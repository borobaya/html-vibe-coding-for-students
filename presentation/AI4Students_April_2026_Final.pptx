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9" r:id="rId1"/>
  </p:sldMasterIdLst>
  <p:notesMasterIdLst>
    <p:notesMasterId r:id="rId27"/>
  </p:notesMasterIdLst>
  <p:sldIdLst>
    <p:sldId id="424" r:id="rId2"/>
    <p:sldId id="425" r:id="rId3"/>
    <p:sldId id="426" r:id="rId4"/>
    <p:sldId id="427" r:id="rId5"/>
    <p:sldId id="259" r:id="rId6"/>
    <p:sldId id="438" r:id="rId7"/>
    <p:sldId id="439" r:id="rId8"/>
    <p:sldId id="261" r:id="rId9"/>
    <p:sldId id="428" r:id="rId10"/>
    <p:sldId id="436" r:id="rId11"/>
    <p:sldId id="263" r:id="rId12"/>
    <p:sldId id="437" r:id="rId13"/>
    <p:sldId id="440" r:id="rId14"/>
    <p:sldId id="430" r:id="rId15"/>
    <p:sldId id="431" r:id="rId16"/>
    <p:sldId id="432" r:id="rId17"/>
    <p:sldId id="445" r:id="rId18"/>
    <p:sldId id="442" r:id="rId19"/>
    <p:sldId id="434" r:id="rId20"/>
    <p:sldId id="270" r:id="rId21"/>
    <p:sldId id="271" r:id="rId22"/>
    <p:sldId id="446" r:id="rId23"/>
    <p:sldId id="429" r:id="rId24"/>
    <p:sldId id="444" r:id="rId25"/>
    <p:sldId id="272" r:id="rId2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C5C"/>
    <a:srgbClr val="F7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D6680-5A81-F16D-A513-380039009956}" v="243" dt="2026-04-02T14:18:49.158"/>
    <p1510:client id="{60C02EE3-7469-1E43-B86F-E3B794C2996A}" v="528" dt="2026-04-01T11:09:04.030"/>
    <p1510:client id="{D20DB0C9-725D-0946-B1BB-2426D7A8AF47}" v="823" dt="2026-04-01T09:09:48.555"/>
    <p1510:client id="{E3FC5F5E-8BD9-C24E-8EA5-829974B98DBB}" v="373" dt="2026-04-02T10:03:09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, Kelvin WH SITILTD-PTIY/EF/C" userId="09f29bf7-79b6-4a0d-bf75-b7842a36b2bb" providerId="ADAL" clId="{6DE92A9F-540B-55F8-8CCD-50A30380F505}"/>
    <pc:docChg chg="undo custSel addSld delSld modSld sldOrd">
      <pc:chgData name="Chan, Kelvin WH SITILTD-PTIY/EF/C" userId="09f29bf7-79b6-4a0d-bf75-b7842a36b2bb" providerId="ADAL" clId="{6DE92A9F-540B-55F8-8CCD-50A30380F505}" dt="2026-04-02T10:03:09.376" v="373" actId="20578"/>
      <pc:docMkLst>
        <pc:docMk/>
      </pc:docMkLst>
      <pc:sldChg chg="addSp modSp mod">
        <pc:chgData name="Chan, Kelvin WH SITILTD-PTIY/EF/C" userId="09f29bf7-79b6-4a0d-bf75-b7842a36b2bb" providerId="ADAL" clId="{6DE92A9F-540B-55F8-8CCD-50A30380F505}" dt="2026-03-31T20:57:04.315" v="21" actId="1076"/>
        <pc:sldMkLst>
          <pc:docMk/>
          <pc:sldMk cId="0" sldId="426"/>
        </pc:sldMkLst>
        <pc:spChg chg="mod">
          <ac:chgData name="Chan, Kelvin WH SITILTD-PTIY/EF/C" userId="09f29bf7-79b6-4a0d-bf75-b7842a36b2bb" providerId="ADAL" clId="{6DE92A9F-540B-55F8-8CCD-50A30380F505}" dt="2026-03-31T20:56:53.135" v="20" actId="20577"/>
          <ac:spMkLst>
            <pc:docMk/>
            <pc:sldMk cId="0" sldId="426"/>
            <ac:spMk id="7" creationId="{00000000-0000-0000-0000-000000000000}"/>
          </ac:spMkLst>
        </pc:spChg>
        <pc:picChg chg="add mod">
          <ac:chgData name="Chan, Kelvin WH SITILTD-PTIY/EF/C" userId="09f29bf7-79b6-4a0d-bf75-b7842a36b2bb" providerId="ADAL" clId="{6DE92A9F-540B-55F8-8CCD-50A30380F505}" dt="2026-03-31T20:57:04.315" v="21" actId="1076"/>
          <ac:picMkLst>
            <pc:docMk/>
            <pc:sldMk cId="0" sldId="426"/>
            <ac:picMk id="10" creationId="{5E833AF1-7DDE-92E4-03CC-D35AFE9361E9}"/>
          </ac:picMkLst>
        </pc:picChg>
      </pc:sldChg>
      <pc:sldChg chg="modSp">
        <pc:chgData name="Chan, Kelvin WH SITILTD-PTIY/EF/C" userId="09f29bf7-79b6-4a0d-bf75-b7842a36b2bb" providerId="ADAL" clId="{6DE92A9F-540B-55F8-8CCD-50A30380F505}" dt="2026-03-31T20:56:48.903" v="3" actId="14826"/>
        <pc:sldMkLst>
          <pc:docMk/>
          <pc:sldMk cId="0" sldId="427"/>
        </pc:sldMkLst>
        <pc:spChg chg="mod">
          <ac:chgData name="Chan, Kelvin WH SITILTD-PTIY/EF/C" userId="09f29bf7-79b6-4a0d-bf75-b7842a36b2bb" providerId="ADAL" clId="{6DE92A9F-540B-55F8-8CCD-50A30380F505}" dt="2026-03-31T20:56:48.903" v="3" actId="14826"/>
          <ac:spMkLst>
            <pc:docMk/>
            <pc:sldMk cId="0" sldId="427"/>
            <ac:spMk id="3" creationId="{00000000-0000-0000-0000-000000000000}"/>
          </ac:spMkLst>
        </pc:spChg>
      </pc:sldChg>
      <pc:sldChg chg="modNotesTx">
        <pc:chgData name="Chan, Kelvin WH SITILTD-PTIY/EF/C" userId="09f29bf7-79b6-4a0d-bf75-b7842a36b2bb" providerId="ADAL" clId="{6DE92A9F-540B-55F8-8CCD-50A30380F505}" dt="2026-04-01T14:52:26.231" v="372" actId="20577"/>
        <pc:sldMkLst>
          <pc:docMk/>
          <pc:sldMk cId="387810815" sldId="429"/>
        </pc:sldMkLst>
      </pc:sldChg>
      <pc:sldChg chg="addSp delSp modSp add mod ord delAnim">
        <pc:chgData name="Chan, Kelvin WH SITILTD-PTIY/EF/C" userId="09f29bf7-79b6-4a0d-bf75-b7842a36b2bb" providerId="ADAL" clId="{6DE92A9F-540B-55F8-8CCD-50A30380F505}" dt="2026-04-02T10:03:09.376" v="373" actId="20578"/>
        <pc:sldMkLst>
          <pc:docMk/>
          <pc:sldMk cId="3918996336" sldId="444"/>
        </pc:sldMkLst>
        <pc:spChg chg="mod">
          <ac:chgData name="Chan, Kelvin WH SITILTD-PTIY/EF/C" userId="09f29bf7-79b6-4a0d-bf75-b7842a36b2bb" providerId="ADAL" clId="{6DE92A9F-540B-55F8-8CCD-50A30380F505}" dt="2026-03-31T21:07:26.722" v="157"/>
          <ac:spMkLst>
            <pc:docMk/>
            <pc:sldMk cId="3918996336" sldId="444"/>
            <ac:spMk id="2" creationId="{26391839-DFDB-DC79-CCF8-DC8241BD575F}"/>
          </ac:spMkLst>
        </pc:spChg>
        <pc:spChg chg="mod">
          <ac:chgData name="Chan, Kelvin WH SITILTD-PTIY/EF/C" userId="09f29bf7-79b6-4a0d-bf75-b7842a36b2bb" providerId="ADAL" clId="{6DE92A9F-540B-55F8-8CCD-50A30380F505}" dt="2026-03-31T21:07:21.072" v="156"/>
          <ac:spMkLst>
            <pc:docMk/>
            <pc:sldMk cId="3918996336" sldId="444"/>
            <ac:spMk id="3" creationId="{0EFBCDE4-910D-DB59-5294-537E238BEA3B}"/>
          </ac:spMkLst>
        </pc:spChg>
        <pc:spChg chg="mod">
          <ac:chgData name="Chan, Kelvin WH SITILTD-PTIY/EF/C" userId="09f29bf7-79b6-4a0d-bf75-b7842a36b2bb" providerId="ADAL" clId="{6DE92A9F-540B-55F8-8CCD-50A30380F505}" dt="2026-03-31T21:16:33.440" v="229" actId="14826"/>
          <ac:spMkLst>
            <pc:docMk/>
            <pc:sldMk cId="3918996336" sldId="444"/>
            <ac:spMk id="5" creationId="{FD53C238-4A60-5F97-B170-6A8528FB5BE8}"/>
          </ac:spMkLst>
        </pc:spChg>
        <pc:spChg chg="mod">
          <ac:chgData name="Chan, Kelvin WH SITILTD-PTIY/EF/C" userId="09f29bf7-79b6-4a0d-bf75-b7842a36b2bb" providerId="ADAL" clId="{6DE92A9F-540B-55F8-8CCD-50A30380F505}" dt="2026-03-31T21:18:32.493" v="250" actId="14826"/>
          <ac:spMkLst>
            <pc:docMk/>
            <pc:sldMk cId="3918996336" sldId="444"/>
            <ac:spMk id="7" creationId="{A619D60C-0FB3-FACE-04CE-98A0EE5CD5DE}"/>
          </ac:spMkLst>
        </pc:spChg>
        <pc:spChg chg="mod">
          <ac:chgData name="Chan, Kelvin WH SITILTD-PTIY/EF/C" userId="09f29bf7-79b6-4a0d-bf75-b7842a36b2bb" providerId="ADAL" clId="{6DE92A9F-540B-55F8-8CCD-50A30380F505}" dt="2026-03-31T21:19:18.994" v="264" actId="14826"/>
          <ac:spMkLst>
            <pc:docMk/>
            <pc:sldMk cId="3918996336" sldId="444"/>
            <ac:spMk id="9" creationId="{4150DD00-9185-B88B-809E-851046AC8EDA}"/>
          </ac:spMkLst>
        </pc:spChg>
        <pc:spChg chg="add mod">
          <ac:chgData name="Chan, Kelvin WH SITILTD-PTIY/EF/C" userId="09f29bf7-79b6-4a0d-bf75-b7842a36b2bb" providerId="ADAL" clId="{6DE92A9F-540B-55F8-8CCD-50A30380F505}" dt="2026-03-31T21:22:58.608" v="323" actId="14100"/>
          <ac:spMkLst>
            <pc:docMk/>
            <pc:sldMk cId="3918996336" sldId="444"/>
            <ac:spMk id="26" creationId="{98623879-F08F-9BAD-2AD2-C81F798E3BDC}"/>
          </ac:spMkLst>
        </pc:spChg>
        <pc:grpChg chg="add mod">
          <ac:chgData name="Chan, Kelvin WH SITILTD-PTIY/EF/C" userId="09f29bf7-79b6-4a0d-bf75-b7842a36b2bb" providerId="ADAL" clId="{6DE92A9F-540B-55F8-8CCD-50A30380F505}" dt="2026-03-31T21:19:18.994" v="264" actId="14826"/>
          <ac:grpSpMkLst>
            <pc:docMk/>
            <pc:sldMk cId="3918996336" sldId="444"/>
            <ac:grpSpMk id="20" creationId="{CA081A02-C6CC-9549-A029-586201A36D6E}"/>
          </ac:grpSpMkLst>
        </pc:grpChg>
        <pc:grpChg chg="add mod">
          <ac:chgData name="Chan, Kelvin WH SITILTD-PTIY/EF/C" userId="09f29bf7-79b6-4a0d-bf75-b7842a36b2bb" providerId="ADAL" clId="{6DE92A9F-540B-55F8-8CCD-50A30380F505}" dt="2026-03-31T21:18:32.493" v="250" actId="14826"/>
          <ac:grpSpMkLst>
            <pc:docMk/>
            <pc:sldMk cId="3918996336" sldId="444"/>
            <ac:grpSpMk id="21" creationId="{C2C29D04-D903-15BC-A01E-7227194C4215}"/>
          </ac:grpSpMkLst>
        </pc:grpChg>
        <pc:grpChg chg="add mod">
          <ac:chgData name="Chan, Kelvin WH SITILTD-PTIY/EF/C" userId="09f29bf7-79b6-4a0d-bf75-b7842a36b2bb" providerId="ADAL" clId="{6DE92A9F-540B-55F8-8CCD-50A30380F505}" dt="2026-03-31T21:16:33.440" v="229" actId="14826"/>
          <ac:grpSpMkLst>
            <pc:docMk/>
            <pc:sldMk cId="3918996336" sldId="444"/>
            <ac:grpSpMk id="22" creationId="{282E24F0-B97C-91E4-D981-1143F2014FCF}"/>
          </ac:grpSpMkLst>
        </pc:grpChg>
        <pc:picChg chg="mod">
          <ac:chgData name="Chan, Kelvin WH SITILTD-PTIY/EF/C" userId="09f29bf7-79b6-4a0d-bf75-b7842a36b2bb" providerId="ADAL" clId="{6DE92A9F-540B-55F8-8CCD-50A30380F505}" dt="2026-03-31T21:19:50.776" v="270" actId="692"/>
          <ac:picMkLst>
            <pc:docMk/>
            <pc:sldMk cId="3918996336" sldId="444"/>
            <ac:picMk id="4" creationId="{63ABC179-FE82-5370-3B62-8786836EB9D4}"/>
          </ac:picMkLst>
        </pc:picChg>
        <pc:picChg chg="mod">
          <ac:chgData name="Chan, Kelvin WH SITILTD-PTIY/EF/C" userId="09f29bf7-79b6-4a0d-bf75-b7842a36b2bb" providerId="ADAL" clId="{6DE92A9F-540B-55F8-8CCD-50A30380F505}" dt="2026-03-31T21:19:54.484" v="271" actId="692"/>
          <ac:picMkLst>
            <pc:docMk/>
            <pc:sldMk cId="3918996336" sldId="444"/>
            <ac:picMk id="6" creationId="{92F7AFD2-609C-F5F2-A07C-EC04397EF204}"/>
          </ac:picMkLst>
        </pc:picChg>
        <pc:picChg chg="mod">
          <ac:chgData name="Chan, Kelvin WH SITILTD-PTIY/EF/C" userId="09f29bf7-79b6-4a0d-bf75-b7842a36b2bb" providerId="ADAL" clId="{6DE92A9F-540B-55F8-8CCD-50A30380F505}" dt="2026-03-31T21:19:57.615" v="272" actId="692"/>
          <ac:picMkLst>
            <pc:docMk/>
            <pc:sldMk cId="3918996336" sldId="444"/>
            <ac:picMk id="8" creationId="{5588CB6B-316D-995F-2A43-2389858B59E0}"/>
          </ac:picMkLst>
        </pc:picChg>
        <pc:picChg chg="add mod">
          <ac:chgData name="Chan, Kelvin WH SITILTD-PTIY/EF/C" userId="09f29bf7-79b6-4a0d-bf75-b7842a36b2bb" providerId="ADAL" clId="{6DE92A9F-540B-55F8-8CCD-50A30380F505}" dt="2026-03-31T21:22:02.026" v="317" actId="571"/>
          <ac:picMkLst>
            <pc:docMk/>
            <pc:sldMk cId="3918996336" sldId="444"/>
            <ac:picMk id="25" creationId="{AAE4A1D9-2E5D-8C13-C2B8-2A3E5F7A9615}"/>
          </ac:picMkLst>
        </pc:picChg>
      </pc:sldChg>
    </pc:docChg>
  </pc:docChgLst>
  <pc:docChgLst>
    <pc:chgData name="Hussain, Farhad SITILTD-PTIY/EF/M" userId="S::farhad.hussain@shell.com::02607666-4bae-455e-a399-1b3501372d94" providerId="AD" clId="Web-{2E5D6680-5A81-F16D-A513-380039009956}"/>
    <pc:docChg chg="modSld">
      <pc:chgData name="Hussain, Farhad SITILTD-PTIY/EF/M" userId="S::farhad.hussain@shell.com::02607666-4bae-455e-a399-1b3501372d94" providerId="AD" clId="Web-{2E5D6680-5A81-F16D-A513-380039009956}" dt="2026-04-02T14:18:49.158" v="165"/>
      <pc:docMkLst>
        <pc:docMk/>
      </pc:docMkLst>
      <pc:sldChg chg="addSp modSp">
        <pc:chgData name="Hussain, Farhad SITILTD-PTIY/EF/M" userId="S::farhad.hussain@shell.com::02607666-4bae-455e-a399-1b3501372d94" providerId="AD" clId="Web-{2E5D6680-5A81-F16D-A513-380039009956}" dt="2026-04-02T14:18:49.158" v="165"/>
        <pc:sldMkLst>
          <pc:docMk/>
          <pc:sldMk cId="0" sldId="426"/>
        </pc:sldMkLst>
        <pc:picChg chg="mod">
          <ac:chgData name="Hussain, Farhad SITILTD-PTIY/EF/M" userId="S::farhad.hussain@shell.com::02607666-4bae-455e-a399-1b3501372d94" providerId="AD" clId="Web-{2E5D6680-5A81-F16D-A513-380039009956}" dt="2026-04-02T14:15:02.343" v="135" actId="1076"/>
          <ac:picMkLst>
            <pc:docMk/>
            <pc:sldMk cId="0" sldId="426"/>
            <ac:picMk id="11" creationId="{154FD140-C2AA-BC20-AB81-037B08C4BF93}"/>
          </ac:picMkLst>
        </pc:picChg>
        <pc:picChg chg="add mod modCrop">
          <ac:chgData name="Hussain, Farhad SITILTD-PTIY/EF/M" userId="S::farhad.hussain@shell.com::02607666-4bae-455e-a399-1b3501372d94" providerId="AD" clId="Web-{2E5D6680-5A81-F16D-A513-380039009956}" dt="2026-04-02T14:18:49.158" v="165"/>
          <ac:picMkLst>
            <pc:docMk/>
            <pc:sldMk cId="0" sldId="426"/>
            <ac:picMk id="12" creationId="{A9E2104A-4F7B-4630-D77D-4B9DF7CB1E12}"/>
          </ac:picMkLst>
        </pc:picChg>
      </pc:sldChg>
      <pc:sldChg chg="addSp delSp modSp">
        <pc:chgData name="Hussain, Farhad SITILTD-PTIY/EF/M" userId="S::farhad.hussain@shell.com::02607666-4bae-455e-a399-1b3501372d94" providerId="AD" clId="Web-{2E5D6680-5A81-F16D-A513-380039009956}" dt="2026-04-02T11:24:53.371" v="131" actId="1076"/>
        <pc:sldMkLst>
          <pc:docMk/>
          <pc:sldMk cId="3927686729" sldId="438"/>
        </pc:sldMkLst>
        <pc:spChg chg="mod">
          <ac:chgData name="Hussain, Farhad SITILTD-PTIY/EF/M" userId="S::farhad.hussain@shell.com::02607666-4bae-455e-a399-1b3501372d94" providerId="AD" clId="Web-{2E5D6680-5A81-F16D-A513-380039009956}" dt="2026-04-02T11:24:53.371" v="131" actId="1076"/>
          <ac:spMkLst>
            <pc:docMk/>
            <pc:sldMk cId="3927686729" sldId="438"/>
            <ac:spMk id="4" creationId="{D086DF63-3B2A-69D3-7CFC-433E0608FC2A}"/>
          </ac:spMkLst>
        </pc:spChg>
        <pc:picChg chg="add del mod ord modCrop">
          <ac:chgData name="Hussain, Farhad SITILTD-PTIY/EF/M" userId="S::farhad.hussain@shell.com::02607666-4bae-455e-a399-1b3501372d94" providerId="AD" clId="Web-{2E5D6680-5A81-F16D-A513-380039009956}" dt="2026-04-02T09:31:26.982" v="17"/>
          <ac:picMkLst>
            <pc:docMk/>
            <pc:sldMk cId="3927686729" sldId="438"/>
            <ac:picMk id="5" creationId="{E94A55C5-1535-32BB-34B5-B5D3ACD1FFFD}"/>
          </ac:picMkLst>
        </pc:picChg>
        <pc:picChg chg="del">
          <ac:chgData name="Hussain, Farhad SITILTD-PTIY/EF/M" userId="S::farhad.hussain@shell.com::02607666-4bae-455e-a399-1b3501372d94" providerId="AD" clId="Web-{2E5D6680-5A81-F16D-A513-380039009956}" dt="2026-04-02T09:31:12.291" v="14"/>
          <ac:picMkLst>
            <pc:docMk/>
            <pc:sldMk cId="3927686729" sldId="438"/>
            <ac:picMk id="2056" creationId="{904D7E45-8770-961C-DBA1-311897BF1E49}"/>
          </ac:picMkLst>
        </pc:picChg>
      </pc:sldChg>
    </pc:docChg>
  </pc:docChgLst>
  <pc:docChgLst>
    <pc:chgData name="Miah, Muhammed O SITILTD-PTIY/EF/M" userId="S::muhammed.miah@shell.com::15b1ce83-9297-470f-8aa3-ec963580a52b" providerId="AD" clId="Web-{F1736172-E6B3-60EE-B3B1-24DAB8EAA8C7}"/>
    <pc:docChg chg="addSld delSld">
      <pc:chgData name="Miah, Muhammed O SITILTD-PTIY/EF/M" userId="S::muhammed.miah@shell.com::15b1ce83-9297-470f-8aa3-ec963580a52b" providerId="AD" clId="Web-{F1736172-E6B3-60EE-B3B1-24DAB8EAA8C7}" dt="2026-03-30T21:43:29.367" v="33"/>
      <pc:docMkLst>
        <pc:docMk/>
      </pc:docMkLst>
      <pc:sldChg chg="add del">
        <pc:chgData name="Miah, Muhammed O SITILTD-PTIY/EF/M" userId="S::muhammed.miah@shell.com::15b1ce83-9297-470f-8aa3-ec963580a52b" providerId="AD" clId="Web-{F1736172-E6B3-60EE-B3B1-24DAB8EAA8C7}" dt="2026-03-30T21:43:29.351" v="30"/>
        <pc:sldMkLst>
          <pc:docMk/>
          <pc:sldMk cId="0" sldId="259"/>
        </pc:sldMkLst>
      </pc:sldChg>
      <pc:sldChg chg="add del">
        <pc:chgData name="Miah, Muhammed O SITILTD-PTIY/EF/M" userId="S::muhammed.miah@shell.com::15b1ce83-9297-470f-8aa3-ec963580a52b" providerId="AD" clId="Web-{F1736172-E6B3-60EE-B3B1-24DAB8EAA8C7}" dt="2026-03-30T21:43:29.351" v="28"/>
        <pc:sldMkLst>
          <pc:docMk/>
          <pc:sldMk cId="0" sldId="261"/>
        </pc:sldMkLst>
      </pc:sldChg>
      <pc:sldChg chg="add del">
        <pc:chgData name="Miah, Muhammed O SITILTD-PTIY/EF/M" userId="S::muhammed.miah@shell.com::15b1ce83-9297-470f-8aa3-ec963580a52b" providerId="AD" clId="Web-{F1736172-E6B3-60EE-B3B1-24DAB8EAA8C7}" dt="2026-03-30T21:43:29.351" v="26"/>
        <pc:sldMkLst>
          <pc:docMk/>
          <pc:sldMk cId="0" sldId="263"/>
        </pc:sldMkLst>
      </pc:sldChg>
      <pc:sldChg chg="add del">
        <pc:chgData name="Miah, Muhammed O SITILTD-PTIY/EF/M" userId="S::muhammed.miah@shell.com::15b1ce83-9297-470f-8aa3-ec963580a52b" providerId="AD" clId="Web-{F1736172-E6B3-60EE-B3B1-24DAB8EAA8C7}" dt="2026-03-30T21:43:29.335" v="19"/>
        <pc:sldMkLst>
          <pc:docMk/>
          <pc:sldMk cId="0" sldId="270"/>
        </pc:sldMkLst>
      </pc:sldChg>
      <pc:sldChg chg="add del">
        <pc:chgData name="Miah, Muhammed O SITILTD-PTIY/EF/M" userId="S::muhammed.miah@shell.com::15b1ce83-9297-470f-8aa3-ec963580a52b" providerId="AD" clId="Web-{F1736172-E6B3-60EE-B3B1-24DAB8EAA8C7}" dt="2026-03-30T21:43:29.335" v="18"/>
        <pc:sldMkLst>
          <pc:docMk/>
          <pc:sldMk cId="0" sldId="271"/>
        </pc:sldMkLst>
      </pc:sldChg>
      <pc:sldChg chg="add del">
        <pc:chgData name="Miah, Muhammed O SITILTD-PTIY/EF/M" userId="S::muhammed.miah@shell.com::15b1ce83-9297-470f-8aa3-ec963580a52b" providerId="AD" clId="Web-{F1736172-E6B3-60EE-B3B1-24DAB8EAA8C7}" dt="2026-03-30T21:43:29.335" v="17"/>
        <pc:sldMkLst>
          <pc:docMk/>
          <pc:sldMk cId="0" sldId="272"/>
        </pc:sldMkLst>
      </pc:sldChg>
    </pc:docChg>
  </pc:docChgLst>
  <pc:docChgLst>
    <pc:chgData name="Miah, Muhammed O SITILTD-PTIY/EF/M" userId="15b1ce83-9297-470f-8aa3-ec963580a52b" providerId="ADAL" clId="{0F0C660F-14AD-53A3-BA47-C006563B5222}"/>
    <pc:docChg chg="undo custSel addSld delSld modSld sldOrd modMainMaster">
      <pc:chgData name="Miah, Muhammed O SITILTD-PTIY/EF/M" userId="15b1ce83-9297-470f-8aa3-ec963580a52b" providerId="ADAL" clId="{0F0C660F-14AD-53A3-BA47-C006563B5222}" dt="2026-04-01T11:10:00.982" v="867" actId="1076"/>
      <pc:docMkLst>
        <pc:docMk/>
      </pc:docMkLst>
      <pc:sldChg chg="modSp add del mod setBg modAnim">
        <pc:chgData name="Miah, Muhammed O SITILTD-PTIY/EF/M" userId="15b1ce83-9297-470f-8aa3-ec963580a52b" providerId="ADAL" clId="{0F0C660F-14AD-53A3-BA47-C006563B5222}" dt="2026-03-31T10:31:54.609" v="702"/>
        <pc:sldMkLst>
          <pc:docMk/>
          <pc:sldMk cId="0" sldId="259"/>
        </pc:sldMkLst>
        <pc:spChg chg="mod">
          <ac:chgData name="Miah, Muhammed O SITILTD-PTIY/EF/M" userId="15b1ce83-9297-470f-8aa3-ec963580a52b" providerId="ADAL" clId="{0F0C660F-14AD-53A3-BA47-C006563B5222}" dt="2026-03-31T10:30:47.721" v="698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0:47.721" v="698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0:47.721" v="698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0:47.721" v="698" actId="14100"/>
          <ac:spMkLst>
            <pc:docMk/>
            <pc:sldMk cId="0" sldId="259"/>
            <ac:spMk id="12" creationId="{00000000-0000-0000-0000-000000000000}"/>
          </ac:spMkLst>
        </pc:spChg>
      </pc:sldChg>
      <pc:sldChg chg="add del setBg modAnim">
        <pc:chgData name="Miah, Muhammed O SITILTD-PTIY/EF/M" userId="15b1ce83-9297-470f-8aa3-ec963580a52b" providerId="ADAL" clId="{0F0C660F-14AD-53A3-BA47-C006563B5222}" dt="2026-03-31T10:38:34.563" v="774"/>
        <pc:sldMkLst>
          <pc:docMk/>
          <pc:sldMk cId="0" sldId="261"/>
        </pc:sldMkLst>
      </pc:sldChg>
      <pc:sldChg chg="modSp add del mod setBg modAnim">
        <pc:chgData name="Miah, Muhammed O SITILTD-PTIY/EF/M" userId="15b1ce83-9297-470f-8aa3-ec963580a52b" providerId="ADAL" clId="{0F0C660F-14AD-53A3-BA47-C006563B5222}" dt="2026-03-31T10:39:54.686" v="799" actId="1035"/>
        <pc:sldMkLst>
          <pc:docMk/>
          <pc:sldMk cId="0" sldId="263"/>
        </pc:sldMkLst>
        <pc:spChg chg="mod">
          <ac:chgData name="Miah, Muhammed O SITILTD-PTIY/EF/M" userId="15b1ce83-9297-470f-8aa3-ec963580a52b" providerId="ADAL" clId="{0F0C660F-14AD-53A3-BA47-C006563B5222}" dt="2026-03-30T21:54:12.455" v="61" actId="94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4:23.904" v="62" actId="948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4:34.418" v="63" actId="94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4:45.635" v="64" actId="948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9:54.686" v="799" actId="103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9:54.686" v="799" actId="1035"/>
          <ac:spMkLst>
            <pc:docMk/>
            <pc:sldMk cId="0" sldId="263"/>
            <ac:spMk id="26" creationId="{00000000-0000-0000-0000-000000000000}"/>
          </ac:spMkLst>
        </pc:spChg>
        <pc:picChg chg="mod">
          <ac:chgData name="Miah, Muhammed O SITILTD-PTIY/EF/M" userId="15b1ce83-9297-470f-8aa3-ec963580a52b" providerId="ADAL" clId="{0F0C660F-14AD-53A3-BA47-C006563B5222}" dt="2026-03-31T10:39:54.686" v="799" actId="1035"/>
          <ac:picMkLst>
            <pc:docMk/>
            <pc:sldMk cId="0" sldId="263"/>
            <ac:picMk id="25" creationId="{00000000-0000-0000-0000-000000000000}"/>
          </ac:picMkLst>
        </pc:picChg>
      </pc:sldChg>
      <pc:sldChg chg="modSp add del mod setBg modAnim">
        <pc:chgData name="Miah, Muhammed O SITILTD-PTIY/EF/M" userId="15b1ce83-9297-470f-8aa3-ec963580a52b" providerId="ADAL" clId="{0F0C660F-14AD-53A3-BA47-C006563B5222}" dt="2026-03-31T10:40:35.321" v="800"/>
        <pc:sldMkLst>
          <pc:docMk/>
          <pc:sldMk cId="0" sldId="270"/>
        </pc:sldMkLst>
        <pc:spChg chg="mod">
          <ac:chgData name="Miah, Muhammed O SITILTD-PTIY/EF/M" userId="15b1ce83-9297-470f-8aa3-ec963580a52b" providerId="ADAL" clId="{0F0C660F-14AD-53A3-BA47-C006563B5222}" dt="2026-03-31T10:09:59.790" v="234" actId="10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09:59.790" v="234" actId="1036"/>
          <ac:spMkLst>
            <pc:docMk/>
            <pc:sldMk cId="0" sldId="270"/>
            <ac:spMk id="7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09:59.790" v="234" actId="10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09:59.790" v="234" actId="10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8:19.475" v="75" actId="94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8:30.483" v="76" actId="94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7:59.840" v="73" actId="948"/>
          <ac:spMkLst>
            <pc:docMk/>
            <pc:sldMk cId="0" sldId="270"/>
            <ac:spMk id="15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8:10.399" v="74" actId="948"/>
          <ac:spMkLst>
            <pc:docMk/>
            <pc:sldMk cId="0" sldId="270"/>
            <ac:spMk id="16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7:34.611" v="71" actId="948"/>
          <ac:spMkLst>
            <pc:docMk/>
            <pc:sldMk cId="0" sldId="270"/>
            <ac:spMk id="17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7:44.475" v="72" actId="948"/>
          <ac:spMkLst>
            <pc:docMk/>
            <pc:sldMk cId="0" sldId="270"/>
            <ac:spMk id="18" creationId="{00000000-0000-0000-0000-000000000000}"/>
          </ac:spMkLst>
        </pc:spChg>
        <pc:picChg chg="mod">
          <ac:chgData name="Miah, Muhammed O SITILTD-PTIY/EF/M" userId="15b1ce83-9297-470f-8aa3-ec963580a52b" providerId="ADAL" clId="{0F0C660F-14AD-53A3-BA47-C006563B5222}" dt="2026-03-31T10:09:59.790" v="234" actId="1036"/>
          <ac:picMkLst>
            <pc:docMk/>
            <pc:sldMk cId="0" sldId="270"/>
            <ac:picMk id="4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10:09:59.790" v="234" actId="1036"/>
          <ac:picMkLst>
            <pc:docMk/>
            <pc:sldMk cId="0" sldId="270"/>
            <ac:picMk id="6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10:09:59.790" v="234" actId="1036"/>
          <ac:picMkLst>
            <pc:docMk/>
            <pc:sldMk cId="0" sldId="270"/>
            <ac:picMk id="8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10:09:59.790" v="234" actId="1036"/>
          <ac:picMkLst>
            <pc:docMk/>
            <pc:sldMk cId="0" sldId="270"/>
            <ac:picMk id="10" creationId="{00000000-0000-0000-0000-000000000000}"/>
          </ac:picMkLst>
        </pc:picChg>
      </pc:sldChg>
      <pc:sldChg chg="add del setBg">
        <pc:chgData name="Miah, Muhammed O SITILTD-PTIY/EF/M" userId="15b1ce83-9297-470f-8aa3-ec963580a52b" providerId="ADAL" clId="{0F0C660F-14AD-53A3-BA47-C006563B5222}" dt="2026-03-31T10:12:24.263" v="269"/>
        <pc:sldMkLst>
          <pc:docMk/>
          <pc:sldMk cId="0" sldId="271"/>
        </pc:sldMkLst>
      </pc:sldChg>
      <pc:sldChg chg="addSp delSp modSp add del mod setBg">
        <pc:chgData name="Miah, Muhammed O SITILTD-PTIY/EF/M" userId="15b1ce83-9297-470f-8aa3-ec963580a52b" providerId="ADAL" clId="{0F0C660F-14AD-53A3-BA47-C006563B5222}" dt="2026-03-31T10:43:27.839" v="824" actId="26606"/>
        <pc:sldMkLst>
          <pc:docMk/>
          <pc:sldMk cId="0" sldId="272"/>
        </pc:sldMkLst>
        <pc:spChg chg="mod">
          <ac:chgData name="Miah, Muhammed O SITILTD-PTIY/EF/M" userId="15b1ce83-9297-470f-8aa3-ec963580a52b" providerId="ADAL" clId="{0F0C660F-14AD-53A3-BA47-C006563B5222}" dt="2026-03-31T10:43:27.839" v="824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43:27.839" v="824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Miah, Muhammed O SITILTD-PTIY/EF/M" userId="15b1ce83-9297-470f-8aa3-ec963580a52b" providerId="ADAL" clId="{0F0C660F-14AD-53A3-BA47-C006563B5222}" dt="2026-03-31T10:43:27.839" v="824" actId="26606"/>
          <ac:spMkLst>
            <pc:docMk/>
            <pc:sldMk cId="0" sldId="272"/>
            <ac:spMk id="10" creationId="{DF43132E-D4DF-4A83-9344-A782D0F5D9F6}"/>
          </ac:spMkLst>
        </pc:spChg>
        <pc:picChg chg="add">
          <ac:chgData name="Miah, Muhammed O SITILTD-PTIY/EF/M" userId="15b1ce83-9297-470f-8aa3-ec963580a52b" providerId="ADAL" clId="{0F0C660F-14AD-53A3-BA47-C006563B5222}" dt="2026-03-31T10:43:27.839" v="824" actId="26606"/>
          <ac:picMkLst>
            <pc:docMk/>
            <pc:sldMk cId="0" sldId="272"/>
            <ac:picMk id="8" creationId="{18BD78ED-75E1-4879-B369-BC61F7C45E22}"/>
          </ac:picMkLst>
        </pc:picChg>
        <pc:cxnChg chg="add">
          <ac:chgData name="Miah, Muhammed O SITILTD-PTIY/EF/M" userId="15b1ce83-9297-470f-8aa3-ec963580a52b" providerId="ADAL" clId="{0F0C660F-14AD-53A3-BA47-C006563B5222}" dt="2026-03-31T10:43:27.839" v="824" actId="26606"/>
          <ac:cxnSpMkLst>
            <pc:docMk/>
            <pc:sldMk cId="0" sldId="272"/>
            <ac:cxnSpMk id="12" creationId="{6AA24BC1-1577-4586-AD7A-417660E37253}"/>
          </ac:cxnSpMkLst>
        </pc:cxnChg>
      </pc:sldChg>
      <pc:sldChg chg="addSp delSp modSp add del mod setBg">
        <pc:chgData name="Miah, Muhammed O SITILTD-PTIY/EF/M" userId="15b1ce83-9297-470f-8aa3-ec963580a52b" providerId="ADAL" clId="{0F0C660F-14AD-53A3-BA47-C006563B5222}" dt="2026-03-31T10:42:35.686" v="815" actId="20577"/>
        <pc:sldMkLst>
          <pc:docMk/>
          <pc:sldMk cId="0" sldId="424"/>
        </pc:sldMkLst>
        <pc:spChg chg="mod">
          <ac:chgData name="Miah, Muhammed O SITILTD-PTIY/EF/M" userId="15b1ce83-9297-470f-8aa3-ec963580a52b" providerId="ADAL" clId="{0F0C660F-14AD-53A3-BA47-C006563B5222}" dt="2026-03-31T10:42:15.848" v="812" actId="26606"/>
          <ac:spMkLst>
            <pc:docMk/>
            <pc:sldMk cId="0" sldId="424"/>
            <ac:spMk id="2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42:35.686" v="815" actId="20577"/>
          <ac:spMkLst>
            <pc:docMk/>
            <pc:sldMk cId="0" sldId="424"/>
            <ac:spMk id="3" creationId="{00000000-0000-0000-0000-000000000000}"/>
          </ac:spMkLst>
        </pc:spChg>
        <pc:spChg chg="add">
          <ac:chgData name="Miah, Muhammed O SITILTD-PTIY/EF/M" userId="15b1ce83-9297-470f-8aa3-ec963580a52b" providerId="ADAL" clId="{0F0C660F-14AD-53A3-BA47-C006563B5222}" dt="2026-03-31T10:42:15.848" v="812" actId="26606"/>
          <ac:spMkLst>
            <pc:docMk/>
            <pc:sldMk cId="0" sldId="424"/>
            <ac:spMk id="18" creationId="{DF43132E-D4DF-4A83-9344-A782D0F5D9F6}"/>
          </ac:spMkLst>
        </pc:spChg>
        <pc:picChg chg="add">
          <ac:chgData name="Miah, Muhammed O SITILTD-PTIY/EF/M" userId="15b1ce83-9297-470f-8aa3-ec963580a52b" providerId="ADAL" clId="{0F0C660F-14AD-53A3-BA47-C006563B5222}" dt="2026-03-31T10:42:15.848" v="812" actId="26606"/>
          <ac:picMkLst>
            <pc:docMk/>
            <pc:sldMk cId="0" sldId="424"/>
            <ac:picMk id="17" creationId="{18BD78ED-75E1-4879-B369-BC61F7C45E22}"/>
          </ac:picMkLst>
        </pc:picChg>
        <pc:cxnChg chg="add">
          <ac:chgData name="Miah, Muhammed O SITILTD-PTIY/EF/M" userId="15b1ce83-9297-470f-8aa3-ec963580a52b" providerId="ADAL" clId="{0F0C660F-14AD-53A3-BA47-C006563B5222}" dt="2026-03-31T10:42:15.848" v="812" actId="26606"/>
          <ac:cxnSpMkLst>
            <pc:docMk/>
            <pc:sldMk cId="0" sldId="424"/>
            <ac:cxnSpMk id="19" creationId="{6AA24BC1-1577-4586-AD7A-417660E37253}"/>
          </ac:cxnSpMkLst>
        </pc:cxnChg>
      </pc:sldChg>
      <pc:sldChg chg="addSp delSp add del mod setBg">
        <pc:chgData name="Miah, Muhammed O SITILTD-PTIY/EF/M" userId="15b1ce83-9297-470f-8aa3-ec963580a52b" providerId="ADAL" clId="{0F0C660F-14AD-53A3-BA47-C006563B5222}" dt="2026-03-31T10:43:00.106" v="823" actId="26606"/>
        <pc:sldMkLst>
          <pc:docMk/>
          <pc:sldMk cId="0" sldId="425"/>
        </pc:sldMkLst>
        <pc:spChg chg="add del">
          <ac:chgData name="Miah, Muhammed O SITILTD-PTIY/EF/M" userId="15b1ce83-9297-470f-8aa3-ec963580a52b" providerId="ADAL" clId="{0F0C660F-14AD-53A3-BA47-C006563B5222}" dt="2026-03-31T10:43:00.106" v="823" actId="26606"/>
          <ac:spMkLst>
            <pc:docMk/>
            <pc:sldMk cId="0" sldId="425"/>
            <ac:spMk id="4" creationId="{00000000-0000-0000-0000-000000000000}"/>
          </ac:spMkLst>
        </pc:spChg>
      </pc:sldChg>
      <pc:sldChg chg="addSp modSp add del mod setBg">
        <pc:chgData name="Miah, Muhammed O SITILTD-PTIY/EF/M" userId="15b1ce83-9297-470f-8aa3-ec963580a52b" providerId="ADAL" clId="{0F0C660F-14AD-53A3-BA47-C006563B5222}" dt="2026-03-31T10:12:24.263" v="269"/>
        <pc:sldMkLst>
          <pc:docMk/>
          <pc:sldMk cId="0" sldId="426"/>
        </pc:sldMkLst>
        <pc:spChg chg="mod">
          <ac:chgData name="Miah, Muhammed O SITILTD-PTIY/EF/M" userId="15b1ce83-9297-470f-8aa3-ec963580a52b" providerId="ADAL" clId="{0F0C660F-14AD-53A3-BA47-C006563B5222}" dt="2026-03-31T09:57:29.896" v="118" actId="20577"/>
          <ac:spMkLst>
            <pc:docMk/>
            <pc:sldMk cId="0" sldId="426"/>
            <ac:spMk id="4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09:57:24.288" v="117" actId="20577"/>
          <ac:spMkLst>
            <pc:docMk/>
            <pc:sldMk cId="0" sldId="426"/>
            <ac:spMk id="5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09:57:31.934" v="119" actId="20577"/>
          <ac:spMkLst>
            <pc:docMk/>
            <pc:sldMk cId="0" sldId="426"/>
            <ac:spMk id="6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09:57:37.007" v="122" actId="20577"/>
          <ac:spMkLst>
            <pc:docMk/>
            <pc:sldMk cId="0" sldId="426"/>
            <ac:spMk id="7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09:57:35.152" v="121" actId="20577"/>
          <ac:spMkLst>
            <pc:docMk/>
            <pc:sldMk cId="0" sldId="426"/>
            <ac:spMk id="8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09:57:33.344" v="120" actId="20577"/>
          <ac:spMkLst>
            <pc:docMk/>
            <pc:sldMk cId="0" sldId="426"/>
            <ac:spMk id="9" creationId="{00000000-0000-0000-0000-000000000000}"/>
          </ac:spMkLst>
        </pc:spChg>
        <pc:picChg chg="add mod">
          <ac:chgData name="Miah, Muhammed O SITILTD-PTIY/EF/M" userId="15b1ce83-9297-470f-8aa3-ec963580a52b" providerId="ADAL" clId="{0F0C660F-14AD-53A3-BA47-C006563B5222}" dt="2026-03-31T09:57:42.449" v="123" actId="1076"/>
          <ac:picMkLst>
            <pc:docMk/>
            <pc:sldMk cId="0" sldId="426"/>
            <ac:picMk id="11" creationId="{154FD140-C2AA-BC20-AB81-037B08C4BF93}"/>
          </ac:picMkLst>
        </pc:picChg>
      </pc:sldChg>
      <pc:sldChg chg="delSp add del mod setBg">
        <pc:chgData name="Miah, Muhammed O SITILTD-PTIY/EF/M" userId="15b1ce83-9297-470f-8aa3-ec963580a52b" providerId="ADAL" clId="{0F0C660F-14AD-53A3-BA47-C006563B5222}" dt="2026-03-31T10:12:24.263" v="269"/>
        <pc:sldMkLst>
          <pc:docMk/>
          <pc:sldMk cId="0" sldId="427"/>
        </pc:sldMkLst>
      </pc:sldChg>
      <pc:sldChg chg="addSp delSp modSp add del mod setBg modAnim">
        <pc:chgData name="Miah, Muhammed O SITILTD-PTIY/EF/M" userId="15b1ce83-9297-470f-8aa3-ec963580a52b" providerId="ADAL" clId="{0F0C660F-14AD-53A3-BA47-C006563B5222}" dt="2026-03-31T10:39:13.727" v="795" actId="404"/>
        <pc:sldMkLst>
          <pc:docMk/>
          <pc:sldMk cId="0" sldId="428"/>
        </pc:sldMkLst>
        <pc:spChg chg="mod">
          <ac:chgData name="Miah, Muhammed O SITILTD-PTIY/EF/M" userId="15b1ce83-9297-470f-8aa3-ec963580a52b" providerId="ADAL" clId="{0F0C660F-14AD-53A3-BA47-C006563B5222}" dt="2026-03-31T10:39:09.576" v="790" actId="403"/>
          <ac:spMkLst>
            <pc:docMk/>
            <pc:sldMk cId="0" sldId="428"/>
            <ac:spMk id="5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9:04.510" v="783" actId="403"/>
          <ac:spMkLst>
            <pc:docMk/>
            <pc:sldMk cId="0" sldId="428"/>
            <ac:spMk id="7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1T10:39:13.727" v="795" actId="404"/>
          <ac:spMkLst>
            <pc:docMk/>
            <pc:sldMk cId="0" sldId="428"/>
            <ac:spMk id="9" creationId="{00000000-0000-0000-0000-000000000000}"/>
          </ac:spMkLst>
        </pc:spChg>
        <pc:spChg chg="mod topLvl">
          <ac:chgData name="Miah, Muhammed O SITILTD-PTIY/EF/M" userId="15b1ce83-9297-470f-8aa3-ec963580a52b" providerId="ADAL" clId="{0F0C660F-14AD-53A3-BA47-C006563B5222}" dt="2026-03-31T10:27:35.328" v="464" actId="165"/>
          <ac:spMkLst>
            <pc:docMk/>
            <pc:sldMk cId="0" sldId="428"/>
            <ac:spMk id="13" creationId="{00000000-0000-0000-0000-000000000000}"/>
          </ac:spMkLst>
        </pc:spChg>
        <pc:picChg chg="mod">
          <ac:chgData name="Miah, Muhammed O SITILTD-PTIY/EF/M" userId="15b1ce83-9297-470f-8aa3-ec963580a52b" providerId="ADAL" clId="{0F0C660F-14AD-53A3-BA47-C006563B5222}" dt="2026-03-31T10:07:40.891" v="204" actId="1036"/>
          <ac:picMkLst>
            <pc:docMk/>
            <pc:sldMk cId="0" sldId="428"/>
            <ac:picMk id="6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10:07:40.891" v="204" actId="1036"/>
          <ac:picMkLst>
            <pc:docMk/>
            <pc:sldMk cId="0" sldId="428"/>
            <ac:picMk id="8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10:07:40.891" v="204" actId="1036"/>
          <ac:picMkLst>
            <pc:docMk/>
            <pc:sldMk cId="0" sldId="428"/>
            <ac:picMk id="10" creationId="{00000000-0000-0000-0000-000000000000}"/>
          </ac:picMkLst>
        </pc:picChg>
        <pc:picChg chg="mod topLvl">
          <ac:chgData name="Miah, Muhammed O SITILTD-PTIY/EF/M" userId="15b1ce83-9297-470f-8aa3-ec963580a52b" providerId="ADAL" clId="{0F0C660F-14AD-53A3-BA47-C006563B5222}" dt="2026-03-31T10:27:35.328" v="464" actId="165"/>
          <ac:picMkLst>
            <pc:docMk/>
            <pc:sldMk cId="0" sldId="428"/>
            <ac:picMk id="12" creationId="{00000000-0000-0000-0000-000000000000}"/>
          </ac:picMkLst>
        </pc:picChg>
      </pc:sldChg>
      <pc:sldChg chg="addSp modSp add del mod setBg modAnim">
        <pc:chgData name="Miah, Muhammed O SITILTD-PTIY/EF/M" userId="15b1ce83-9297-470f-8aa3-ec963580a52b" providerId="ADAL" clId="{0F0C660F-14AD-53A3-BA47-C006563B5222}" dt="2026-04-01T11:10:00.982" v="867" actId="1076"/>
        <pc:sldMkLst>
          <pc:docMk/>
          <pc:sldMk cId="0" sldId="430"/>
        </pc:sldMkLst>
        <pc:spChg chg="mod">
          <ac:chgData name="Miah, Muhammed O SITILTD-PTIY/EF/M" userId="15b1ce83-9297-470f-8aa3-ec963580a52b" providerId="ADAL" clId="{0F0C660F-14AD-53A3-BA47-C006563B5222}" dt="2026-04-01T11:09:53.639" v="862" actId="1035"/>
          <ac:spMkLst>
            <pc:docMk/>
            <pc:sldMk cId="0" sldId="430"/>
            <ac:spMk id="5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4-01T11:09:55.718" v="866" actId="1035"/>
          <ac:spMkLst>
            <pc:docMk/>
            <pc:sldMk cId="0" sldId="430"/>
            <ac:spMk id="7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4-01T11:09:44.780" v="846" actId="1036"/>
          <ac:spMkLst>
            <pc:docMk/>
            <pc:sldMk cId="0" sldId="430"/>
            <ac:spMk id="9" creationId="{00000000-0000-0000-0000-000000000000}"/>
          </ac:spMkLst>
        </pc:spChg>
        <pc:picChg chg="mod">
          <ac:chgData name="Miah, Muhammed O SITILTD-PTIY/EF/M" userId="15b1ce83-9297-470f-8aa3-ec963580a52b" providerId="ADAL" clId="{0F0C660F-14AD-53A3-BA47-C006563B5222}" dt="2026-04-01T11:09:53.639" v="862" actId="1035"/>
          <ac:picMkLst>
            <pc:docMk/>
            <pc:sldMk cId="0" sldId="430"/>
            <ac:picMk id="4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4-01T11:09:55.718" v="866" actId="1035"/>
          <ac:picMkLst>
            <pc:docMk/>
            <pc:sldMk cId="0" sldId="430"/>
            <ac:picMk id="6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4-01T11:09:44.780" v="846" actId="1036"/>
          <ac:picMkLst>
            <pc:docMk/>
            <pc:sldMk cId="0" sldId="430"/>
            <ac:picMk id="8" creationId="{00000000-0000-0000-0000-000000000000}"/>
          </ac:picMkLst>
        </pc:picChg>
        <pc:picChg chg="add mod">
          <ac:chgData name="Miah, Muhammed O SITILTD-PTIY/EF/M" userId="15b1ce83-9297-470f-8aa3-ec963580a52b" providerId="ADAL" clId="{0F0C660F-14AD-53A3-BA47-C006563B5222}" dt="2026-04-01T11:10:00.982" v="867" actId="1076"/>
          <ac:picMkLst>
            <pc:docMk/>
            <pc:sldMk cId="0" sldId="430"/>
            <ac:picMk id="10" creationId="{7D3443D8-35E1-F3A7-E093-D9F52C24AFE0}"/>
          </ac:picMkLst>
        </pc:picChg>
      </pc:sldChg>
      <pc:sldChg chg="modSp add del mod setBg">
        <pc:chgData name="Miah, Muhammed O SITILTD-PTIY/EF/M" userId="15b1ce83-9297-470f-8aa3-ec963580a52b" providerId="ADAL" clId="{0F0C660F-14AD-53A3-BA47-C006563B5222}" dt="2026-03-31T10:12:24.263" v="269"/>
        <pc:sldMkLst>
          <pc:docMk/>
          <pc:sldMk cId="0" sldId="431"/>
        </pc:sldMkLst>
        <pc:spChg chg="mod">
          <ac:chgData name="Miah, Muhammed O SITILTD-PTIY/EF/M" userId="15b1ce83-9297-470f-8aa3-ec963580a52b" providerId="ADAL" clId="{0F0C660F-14AD-53A3-BA47-C006563B5222}" dt="2026-03-30T21:55:35.541" v="65" actId="948"/>
          <ac:spMkLst>
            <pc:docMk/>
            <pc:sldMk cId="0" sldId="431"/>
            <ac:spMk id="12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6:25.356" v="66" actId="948"/>
          <ac:spMkLst>
            <pc:docMk/>
            <pc:sldMk cId="0" sldId="431"/>
            <ac:spMk id="13" creationId="{00000000-0000-0000-0000-000000000000}"/>
          </ac:spMkLst>
        </pc:spChg>
      </pc:sldChg>
      <pc:sldChg chg="modSp add del mod setBg modAnim">
        <pc:chgData name="Miah, Muhammed O SITILTD-PTIY/EF/M" userId="15b1ce83-9297-470f-8aa3-ec963580a52b" providerId="ADAL" clId="{0F0C660F-14AD-53A3-BA47-C006563B5222}" dt="2026-03-31T10:36:00.282" v="762"/>
        <pc:sldMkLst>
          <pc:docMk/>
          <pc:sldMk cId="0" sldId="432"/>
        </pc:sldMkLst>
        <pc:spChg chg="mod">
          <ac:chgData name="Miah, Muhammed O SITILTD-PTIY/EF/M" userId="15b1ce83-9297-470f-8aa3-ec963580a52b" providerId="ADAL" clId="{0F0C660F-14AD-53A3-BA47-C006563B5222}" dt="2026-03-31T10:09:26.999" v="223" actId="1035"/>
          <ac:spMkLst>
            <pc:docMk/>
            <pc:sldMk cId="0" sldId="432"/>
            <ac:spMk id="28" creationId="{00000000-0000-0000-0000-000000000000}"/>
          </ac:spMkLst>
        </pc:spChg>
        <pc:picChg chg="mod">
          <ac:chgData name="Miah, Muhammed O SITILTD-PTIY/EF/M" userId="15b1ce83-9297-470f-8aa3-ec963580a52b" providerId="ADAL" clId="{0F0C660F-14AD-53A3-BA47-C006563B5222}" dt="2026-03-31T09:56:21.007" v="105" actId="11530"/>
          <ac:picMkLst>
            <pc:docMk/>
            <pc:sldMk cId="0" sldId="432"/>
            <ac:picMk id="5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28.653" v="106" actId="11530"/>
          <ac:picMkLst>
            <pc:docMk/>
            <pc:sldMk cId="0" sldId="432"/>
            <ac:picMk id="8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32.811" v="107" actId="11530"/>
          <ac:picMkLst>
            <pc:docMk/>
            <pc:sldMk cId="0" sldId="432"/>
            <ac:picMk id="11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39.395" v="108" actId="11530"/>
          <ac:picMkLst>
            <pc:docMk/>
            <pc:sldMk cId="0" sldId="432"/>
            <ac:picMk id="14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59.127" v="112" actId="11530"/>
          <ac:picMkLst>
            <pc:docMk/>
            <pc:sldMk cId="0" sldId="432"/>
            <ac:picMk id="17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54.326" v="111" actId="11530"/>
          <ac:picMkLst>
            <pc:docMk/>
            <pc:sldMk cId="0" sldId="432"/>
            <ac:picMk id="20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49.886" v="110" actId="11530"/>
          <ac:picMkLst>
            <pc:docMk/>
            <pc:sldMk cId="0" sldId="432"/>
            <ac:picMk id="23" creationId="{00000000-0000-0000-0000-000000000000}"/>
          </ac:picMkLst>
        </pc:picChg>
        <pc:picChg chg="mod">
          <ac:chgData name="Miah, Muhammed O SITILTD-PTIY/EF/M" userId="15b1ce83-9297-470f-8aa3-ec963580a52b" providerId="ADAL" clId="{0F0C660F-14AD-53A3-BA47-C006563B5222}" dt="2026-03-31T09:56:44.144" v="109" actId="11530"/>
          <ac:picMkLst>
            <pc:docMk/>
            <pc:sldMk cId="0" sldId="432"/>
            <ac:picMk id="26" creationId="{00000000-0000-0000-0000-000000000000}"/>
          </ac:picMkLst>
        </pc:picChg>
      </pc:sldChg>
      <pc:sldChg chg="modSp add del mod setBg">
        <pc:chgData name="Miah, Muhammed O SITILTD-PTIY/EF/M" userId="15b1ce83-9297-470f-8aa3-ec963580a52b" providerId="ADAL" clId="{0F0C660F-14AD-53A3-BA47-C006563B5222}" dt="2026-03-31T10:12:24.263" v="269"/>
        <pc:sldMkLst>
          <pc:docMk/>
          <pc:sldMk cId="0" sldId="434"/>
        </pc:sldMkLst>
        <pc:spChg chg="mod">
          <ac:chgData name="Miah, Muhammed O SITILTD-PTIY/EF/M" userId="15b1ce83-9297-470f-8aa3-ec963580a52b" providerId="ADAL" clId="{0F0C660F-14AD-53A3-BA47-C006563B5222}" dt="2026-03-30T21:56:55.454" v="68" actId="948"/>
          <ac:spMkLst>
            <pc:docMk/>
            <pc:sldMk cId="0" sldId="434"/>
            <ac:spMk id="4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7:04.892" v="69" actId="948"/>
          <ac:spMkLst>
            <pc:docMk/>
            <pc:sldMk cId="0" sldId="434"/>
            <ac:spMk id="6" creationId="{00000000-0000-0000-0000-000000000000}"/>
          </ac:spMkLst>
        </pc:spChg>
        <pc:spChg chg="mod">
          <ac:chgData name="Miah, Muhammed O SITILTD-PTIY/EF/M" userId="15b1ce83-9297-470f-8aa3-ec963580a52b" providerId="ADAL" clId="{0F0C660F-14AD-53A3-BA47-C006563B5222}" dt="2026-03-30T21:57:14.698" v="70" actId="948"/>
          <ac:spMkLst>
            <pc:docMk/>
            <pc:sldMk cId="0" sldId="434"/>
            <ac:spMk id="8" creationId="{00000000-0000-0000-0000-000000000000}"/>
          </ac:spMkLst>
        </pc:spChg>
      </pc:sldChg>
      <pc:sldChg chg="addSp delSp modSp add mod modAnim">
        <pc:chgData name="Miah, Muhammed O SITILTD-PTIY/EF/M" userId="15b1ce83-9297-470f-8aa3-ec963580a52b" providerId="ADAL" clId="{0F0C660F-14AD-53A3-BA47-C006563B5222}" dt="2026-03-31T10:33:06.075" v="712"/>
        <pc:sldMkLst>
          <pc:docMk/>
          <pc:sldMk cId="3034476926" sldId="436"/>
        </pc:sldMkLst>
        <pc:spChg chg="mod">
          <ac:chgData name="Miah, Muhammed O SITILTD-PTIY/EF/M" userId="15b1ce83-9297-470f-8aa3-ec963580a52b" providerId="ADAL" clId="{0F0C660F-14AD-53A3-BA47-C006563B5222}" dt="2026-03-31T10:16:44.471" v="330" actId="20577"/>
          <ac:spMkLst>
            <pc:docMk/>
            <pc:sldMk cId="3034476926" sldId="436"/>
            <ac:spMk id="2" creationId="{569D29A4-5B73-224B-61F6-18F85C17AF94}"/>
          </ac:spMkLst>
        </pc:spChg>
        <pc:spChg chg="mod">
          <ac:chgData name="Miah, Muhammed O SITILTD-PTIY/EF/M" userId="15b1ce83-9297-470f-8aa3-ec963580a52b" providerId="ADAL" clId="{0F0C660F-14AD-53A3-BA47-C006563B5222}" dt="2026-03-31T10:14:56.249" v="296"/>
          <ac:spMkLst>
            <pc:docMk/>
            <pc:sldMk cId="3034476926" sldId="436"/>
            <ac:spMk id="3" creationId="{7B39C318-C5A3-0A6A-F39E-CF47649959F3}"/>
          </ac:spMkLst>
        </pc:spChg>
        <pc:spChg chg="mod">
          <ac:chgData name="Miah, Muhammed O SITILTD-PTIY/EF/M" userId="15b1ce83-9297-470f-8aa3-ec963580a52b" providerId="ADAL" clId="{0F0C660F-14AD-53A3-BA47-C006563B5222}" dt="2026-03-31T10:20:37.521" v="377" actId="1076"/>
          <ac:spMkLst>
            <pc:docMk/>
            <pc:sldMk cId="3034476926" sldId="436"/>
            <ac:spMk id="6" creationId="{2817C109-5508-F1FE-A4EE-C496D695F064}"/>
          </ac:spMkLst>
        </pc:spChg>
        <pc:spChg chg="mod">
          <ac:chgData name="Miah, Muhammed O SITILTD-PTIY/EF/M" userId="15b1ce83-9297-470f-8aa3-ec963580a52b" providerId="ADAL" clId="{0F0C660F-14AD-53A3-BA47-C006563B5222}" dt="2026-03-31T10:20:45.852" v="378" actId="1076"/>
          <ac:spMkLst>
            <pc:docMk/>
            <pc:sldMk cId="3034476926" sldId="436"/>
            <ac:spMk id="8" creationId="{9CA06AD2-97B7-0072-5AD3-112B7D607C13}"/>
          </ac:spMkLst>
        </pc:spChg>
        <pc:spChg chg="mod">
          <ac:chgData name="Miah, Muhammed O SITILTD-PTIY/EF/M" userId="15b1ce83-9297-470f-8aa3-ec963580a52b" providerId="ADAL" clId="{0F0C660F-14AD-53A3-BA47-C006563B5222}" dt="2026-03-31T10:20:48.393" v="379" actId="1076"/>
          <ac:spMkLst>
            <pc:docMk/>
            <pc:sldMk cId="3034476926" sldId="436"/>
            <ac:spMk id="10" creationId="{DE30FA88-79BF-F439-A618-E0F0B6804175}"/>
          </ac:spMkLst>
        </pc:spChg>
        <pc:picChg chg="add mod">
          <ac:chgData name="Miah, Muhammed O SITILTD-PTIY/EF/M" userId="15b1ce83-9297-470f-8aa3-ec963580a52b" providerId="ADAL" clId="{0F0C660F-14AD-53A3-BA47-C006563B5222}" dt="2026-03-31T10:18:03.544" v="347" actId="1076"/>
          <ac:picMkLst>
            <pc:docMk/>
            <pc:sldMk cId="3034476926" sldId="436"/>
            <ac:picMk id="27" creationId="{46B12EF1-31D4-6676-427F-6683D0C6FBEE}"/>
          </ac:picMkLst>
        </pc:picChg>
        <pc:picChg chg="add mod">
          <ac:chgData name="Miah, Muhammed O SITILTD-PTIY/EF/M" userId="15b1ce83-9297-470f-8aa3-ec963580a52b" providerId="ADAL" clId="{0F0C660F-14AD-53A3-BA47-C006563B5222}" dt="2026-03-31T10:18:44.036" v="359" actId="1076"/>
          <ac:picMkLst>
            <pc:docMk/>
            <pc:sldMk cId="3034476926" sldId="436"/>
            <ac:picMk id="28" creationId="{62C47167-2027-1B6F-93D3-58F8179AA084}"/>
          </ac:picMkLst>
        </pc:picChg>
        <pc:picChg chg="add mod">
          <ac:chgData name="Miah, Muhammed O SITILTD-PTIY/EF/M" userId="15b1ce83-9297-470f-8aa3-ec963580a52b" providerId="ADAL" clId="{0F0C660F-14AD-53A3-BA47-C006563B5222}" dt="2026-03-31T10:18:05.683" v="348" actId="1076"/>
          <ac:picMkLst>
            <pc:docMk/>
            <pc:sldMk cId="3034476926" sldId="436"/>
            <ac:picMk id="29" creationId="{4342F8F1-9267-21D3-2420-7F1BFF112625}"/>
          </ac:picMkLst>
        </pc:picChg>
      </pc:sldChg>
      <pc:sldChg chg="addSp delSp modSp add mod">
        <pc:chgData name="Miah, Muhammed O SITILTD-PTIY/EF/M" userId="15b1ce83-9297-470f-8aa3-ec963580a52b" providerId="ADAL" clId="{0F0C660F-14AD-53A3-BA47-C006563B5222}" dt="2026-03-31T10:28:20.826" v="489" actId="20577"/>
        <pc:sldMkLst>
          <pc:docMk/>
          <pc:sldMk cId="4168084932" sldId="437"/>
        </pc:sldMkLst>
        <pc:spChg chg="mod">
          <ac:chgData name="Miah, Muhammed O SITILTD-PTIY/EF/M" userId="15b1ce83-9297-470f-8aa3-ec963580a52b" providerId="ADAL" clId="{0F0C660F-14AD-53A3-BA47-C006563B5222}" dt="2026-03-31T10:28:20.826" v="489" actId="20577"/>
          <ac:spMkLst>
            <pc:docMk/>
            <pc:sldMk cId="4168084932" sldId="437"/>
            <ac:spMk id="2" creationId="{9E8EB619-47EF-8F46-4A49-1573732054C0}"/>
          </ac:spMkLst>
        </pc:spChg>
        <pc:spChg chg="mod">
          <ac:chgData name="Miah, Muhammed O SITILTD-PTIY/EF/M" userId="15b1ce83-9297-470f-8aa3-ec963580a52b" providerId="ADAL" clId="{0F0C660F-14AD-53A3-BA47-C006563B5222}" dt="2026-03-31T10:25:33.693" v="450" actId="20577"/>
          <ac:spMkLst>
            <pc:docMk/>
            <pc:sldMk cId="4168084932" sldId="437"/>
            <ac:spMk id="3" creationId="{16B68793-E51A-4BEA-6F60-8A9C946F9921}"/>
          </ac:spMkLst>
        </pc:spChg>
        <pc:spChg chg="mod">
          <ac:chgData name="Miah, Muhammed O SITILTD-PTIY/EF/M" userId="15b1ce83-9297-470f-8aa3-ec963580a52b" providerId="ADAL" clId="{0F0C660F-14AD-53A3-BA47-C006563B5222}" dt="2026-03-31T10:26:26.781" v="461" actId="1076"/>
          <ac:spMkLst>
            <pc:docMk/>
            <pc:sldMk cId="4168084932" sldId="437"/>
            <ac:spMk id="4" creationId="{6F79663E-DBE0-A40F-295B-6F74C99D43A4}"/>
          </ac:spMkLst>
        </pc:spChg>
        <pc:picChg chg="add mod">
          <ac:chgData name="Miah, Muhammed O SITILTD-PTIY/EF/M" userId="15b1ce83-9297-470f-8aa3-ec963580a52b" providerId="ADAL" clId="{0F0C660F-14AD-53A3-BA47-C006563B5222}" dt="2026-03-31T10:26:18.923" v="459" actId="1076"/>
          <ac:picMkLst>
            <pc:docMk/>
            <pc:sldMk cId="4168084932" sldId="437"/>
            <ac:picMk id="13" creationId="{4B0BEB06-43D5-A567-38AF-E660D376C9C8}"/>
          </ac:picMkLst>
        </pc:picChg>
      </pc:sldChg>
    </pc:docChg>
  </pc:docChgLst>
  <pc:docChgLst>
    <pc:chgData name="Patalasingh, Ranjan K SITILTD-PTIY/EF/A" userId="f8ebb4c2-0721-46ef-a23c-2791aeefec91" providerId="ADAL" clId="{2EE5003A-76F5-5913-B784-16B0440CFA20}"/>
    <pc:docChg chg="undo custSel addSld delSld modSld sldOrd delMainMaster">
      <pc:chgData name="Patalasingh, Ranjan K SITILTD-PTIY/EF/A" userId="f8ebb4c2-0721-46ef-a23c-2791aeefec91" providerId="ADAL" clId="{2EE5003A-76F5-5913-B784-16B0440CFA20}" dt="2026-04-01T14:30:36.300" v="869" actId="20577"/>
      <pc:docMkLst>
        <pc:docMk/>
      </pc:docMkLst>
      <pc:sldChg chg="delSp mod">
        <pc:chgData name="Patalasingh, Ranjan K SITILTD-PTIY/EF/A" userId="f8ebb4c2-0721-46ef-a23c-2791aeefec91" providerId="ADAL" clId="{2EE5003A-76F5-5913-B784-16B0440CFA20}" dt="2026-03-31T21:26:48.389" v="736" actId="478"/>
        <pc:sldMkLst>
          <pc:docMk/>
          <pc:sldMk cId="0" sldId="424"/>
        </pc:sldMkLst>
      </pc:sldChg>
      <pc:sldChg chg="modSp mod">
        <pc:chgData name="Patalasingh, Ranjan K SITILTD-PTIY/EF/A" userId="f8ebb4c2-0721-46ef-a23c-2791aeefec91" providerId="ADAL" clId="{2EE5003A-76F5-5913-B784-16B0440CFA20}" dt="2026-04-01T14:30:36.300" v="869" actId="20577"/>
        <pc:sldMkLst>
          <pc:docMk/>
          <pc:sldMk cId="0" sldId="425"/>
        </pc:sldMkLst>
        <pc:spChg chg="mod">
          <ac:chgData name="Patalasingh, Ranjan K SITILTD-PTIY/EF/A" userId="f8ebb4c2-0721-46ef-a23c-2791aeefec91" providerId="ADAL" clId="{2EE5003A-76F5-5913-B784-16B0440CFA20}" dt="2026-04-01T14:30:36.300" v="869" actId="20577"/>
          <ac:spMkLst>
            <pc:docMk/>
            <pc:sldMk cId="0" sldId="425"/>
            <ac:spMk id="4" creationId="{00000000-0000-0000-0000-000000000000}"/>
          </ac:spMkLst>
        </pc:spChg>
      </pc:sldChg>
      <pc:sldChg chg="addSp modSp mod">
        <pc:chgData name="Patalasingh, Ranjan K SITILTD-PTIY/EF/A" userId="f8ebb4c2-0721-46ef-a23c-2791aeefec91" providerId="ADAL" clId="{2EE5003A-76F5-5913-B784-16B0440CFA20}" dt="2026-04-01T09:09:48.555" v="865" actId="11530"/>
        <pc:sldMkLst>
          <pc:docMk/>
          <pc:sldMk cId="0" sldId="426"/>
        </pc:sldMkLst>
        <pc:spChg chg="mod">
          <ac:chgData name="Patalasingh, Ranjan K SITILTD-PTIY/EF/A" userId="f8ebb4c2-0721-46ef-a23c-2791aeefec91" providerId="ADAL" clId="{2EE5003A-76F5-5913-B784-16B0440CFA20}" dt="2026-03-31T21:24:57.837" v="218" actId="108"/>
          <ac:spMkLst>
            <pc:docMk/>
            <pc:sldMk cId="0" sldId="426"/>
            <ac:spMk id="3" creationId="{00000000-0000-0000-0000-000000000000}"/>
          </ac:spMkLst>
        </pc:spChg>
        <pc:spChg chg="mod">
          <ac:chgData name="Patalasingh, Ranjan K SITILTD-PTIY/EF/A" userId="f8ebb4c2-0721-46ef-a23c-2791aeefec91" providerId="ADAL" clId="{2EE5003A-76F5-5913-B784-16B0440CFA20}" dt="2026-03-31T21:08:43.641" v="179" actId="20577"/>
          <ac:spMkLst>
            <pc:docMk/>
            <pc:sldMk cId="0" sldId="426"/>
            <ac:spMk id="8" creationId="{00000000-0000-0000-0000-000000000000}"/>
          </ac:spMkLst>
        </pc:spChg>
        <pc:picChg chg="add mod">
          <ac:chgData name="Patalasingh, Ranjan K SITILTD-PTIY/EF/A" userId="f8ebb4c2-0721-46ef-a23c-2791aeefec91" providerId="ADAL" clId="{2EE5003A-76F5-5913-B784-16B0440CFA20}" dt="2026-04-01T09:09:48.555" v="865" actId="11530"/>
          <ac:picMkLst>
            <pc:docMk/>
            <pc:sldMk cId="0" sldId="426"/>
            <ac:picMk id="13" creationId="{0C3BB5BF-C199-3ADA-113B-D0223BDBFAA7}"/>
          </ac:picMkLst>
        </pc:picChg>
      </pc:sldChg>
      <pc:sldChg chg="delSp modSp mod ord">
        <pc:chgData name="Patalasingh, Ranjan K SITILTD-PTIY/EF/A" userId="f8ebb4c2-0721-46ef-a23c-2791aeefec91" providerId="ADAL" clId="{2EE5003A-76F5-5913-B784-16B0440CFA20}" dt="2026-03-31T20:56:39.197" v="135" actId="403"/>
        <pc:sldMkLst>
          <pc:docMk/>
          <pc:sldMk cId="0" sldId="427"/>
        </pc:sldMkLst>
        <pc:spChg chg="mod">
          <ac:chgData name="Patalasingh, Ranjan K SITILTD-PTIY/EF/A" userId="f8ebb4c2-0721-46ef-a23c-2791aeefec91" providerId="ADAL" clId="{2EE5003A-76F5-5913-B784-16B0440CFA20}" dt="2026-03-31T20:56:39.197" v="135" actId="403"/>
          <ac:spMkLst>
            <pc:docMk/>
            <pc:sldMk cId="0" sldId="427"/>
            <ac:spMk id="3" creationId="{00000000-0000-0000-0000-000000000000}"/>
          </ac:spMkLst>
        </pc:spChg>
      </pc:sldChg>
      <pc:sldChg chg="del">
        <pc:chgData name="Patalasingh, Ranjan K SITILTD-PTIY/EF/A" userId="f8ebb4c2-0721-46ef-a23c-2791aeefec91" providerId="ADAL" clId="{2EE5003A-76F5-5913-B784-16B0440CFA20}" dt="2026-04-01T09:09:12.442" v="863" actId="2696"/>
        <pc:sldMkLst>
          <pc:docMk/>
          <pc:sldMk cId="0" sldId="429"/>
        </pc:sldMkLst>
      </pc:sldChg>
      <pc:sldChg chg="add">
        <pc:chgData name="Patalasingh, Ranjan K SITILTD-PTIY/EF/A" userId="f8ebb4c2-0721-46ef-a23c-2791aeefec91" providerId="ADAL" clId="{2EE5003A-76F5-5913-B784-16B0440CFA20}" dt="2026-04-01T09:09:17.075" v="864"/>
        <pc:sldMkLst>
          <pc:docMk/>
          <pc:sldMk cId="387810815" sldId="429"/>
        </pc:sldMkLst>
      </pc:sldChg>
      <pc:sldChg chg="addSp modSp del mod modAnim">
        <pc:chgData name="Patalasingh, Ranjan K SITILTD-PTIY/EF/A" userId="f8ebb4c2-0721-46ef-a23c-2791aeefec91" providerId="ADAL" clId="{2EE5003A-76F5-5913-B784-16B0440CFA20}" dt="2026-04-01T09:29:10.959" v="867" actId="2696"/>
        <pc:sldMkLst>
          <pc:docMk/>
          <pc:sldMk cId="0" sldId="433"/>
        </pc:sldMkLst>
      </pc:sldChg>
      <pc:sldChg chg="ord">
        <pc:chgData name="Patalasingh, Ranjan K SITILTD-PTIY/EF/A" userId="f8ebb4c2-0721-46ef-a23c-2791aeefec91" providerId="ADAL" clId="{2EE5003A-76F5-5913-B784-16B0440CFA20}" dt="2026-04-01T09:16:07.773" v="866" actId="20578"/>
        <pc:sldMkLst>
          <pc:docMk/>
          <pc:sldMk cId="0" sldId="434"/>
        </pc:sldMkLst>
      </pc:sldChg>
      <pc:sldChg chg="modSp mod">
        <pc:chgData name="Patalasingh, Ranjan K SITILTD-PTIY/EF/A" userId="f8ebb4c2-0721-46ef-a23c-2791aeefec91" providerId="ADAL" clId="{2EE5003A-76F5-5913-B784-16B0440CFA20}" dt="2026-03-31T21:07:59.706" v="175" actId="1076"/>
        <pc:sldMkLst>
          <pc:docMk/>
          <pc:sldMk cId="3034476926" sldId="436"/>
        </pc:sldMkLst>
        <pc:spChg chg="mod">
          <ac:chgData name="Patalasingh, Ranjan K SITILTD-PTIY/EF/A" userId="f8ebb4c2-0721-46ef-a23c-2791aeefec91" providerId="ADAL" clId="{2EE5003A-76F5-5913-B784-16B0440CFA20}" dt="2026-03-31T21:07:59.706" v="175" actId="1076"/>
          <ac:spMkLst>
            <pc:docMk/>
            <pc:sldMk cId="3034476926" sldId="436"/>
            <ac:spMk id="10" creationId="{DE30FA88-79BF-F439-A618-E0F0B6804175}"/>
          </ac:spMkLst>
        </pc:spChg>
        <pc:picChg chg="mod">
          <ac:chgData name="Patalasingh, Ranjan K SITILTD-PTIY/EF/A" userId="f8ebb4c2-0721-46ef-a23c-2791aeefec91" providerId="ADAL" clId="{2EE5003A-76F5-5913-B784-16B0440CFA20}" dt="2026-03-31T21:07:53.910" v="174" actId="1076"/>
          <ac:picMkLst>
            <pc:docMk/>
            <pc:sldMk cId="3034476926" sldId="436"/>
            <ac:picMk id="29" creationId="{4342F8F1-9267-21D3-2420-7F1BFF112625}"/>
          </ac:picMkLst>
        </pc:picChg>
      </pc:sldChg>
      <pc:sldChg chg="addSp delSp modSp add mod">
        <pc:chgData name="Patalasingh, Ranjan K SITILTD-PTIY/EF/A" userId="f8ebb4c2-0721-46ef-a23c-2791aeefec91" providerId="ADAL" clId="{2EE5003A-76F5-5913-B784-16B0440CFA20}" dt="2026-04-01T09:06:00.642" v="862" actId="207"/>
        <pc:sldMkLst>
          <pc:docMk/>
          <pc:sldMk cId="3927686729" sldId="438"/>
        </pc:sldMkLst>
        <pc:spChg chg="mod">
          <ac:chgData name="Patalasingh, Ranjan K SITILTD-PTIY/EF/A" userId="f8ebb4c2-0721-46ef-a23c-2791aeefec91" providerId="ADAL" clId="{2EE5003A-76F5-5913-B784-16B0440CFA20}" dt="2026-04-01T09:06:00.642" v="862" actId="207"/>
          <ac:spMkLst>
            <pc:docMk/>
            <pc:sldMk cId="3927686729" sldId="438"/>
            <ac:spMk id="4" creationId="{D086DF63-3B2A-69D3-7CFC-433E0608FC2A}"/>
          </ac:spMkLst>
        </pc:spChg>
      </pc:sldChg>
      <pc:sldChg chg="modSp add mod">
        <pc:chgData name="Patalasingh, Ranjan K SITILTD-PTIY/EF/A" userId="f8ebb4c2-0721-46ef-a23c-2791aeefec91" providerId="ADAL" clId="{2EE5003A-76F5-5913-B784-16B0440CFA20}" dt="2026-03-31T20:59:14.647" v="156" actId="1076"/>
        <pc:sldMkLst>
          <pc:docMk/>
          <pc:sldMk cId="258209378" sldId="439"/>
        </pc:sldMkLst>
        <pc:spChg chg="mod">
          <ac:chgData name="Patalasingh, Ranjan K SITILTD-PTIY/EF/A" userId="f8ebb4c2-0721-46ef-a23c-2791aeefec91" providerId="ADAL" clId="{2EE5003A-76F5-5913-B784-16B0440CFA20}" dt="2026-03-31T20:59:14.647" v="156" actId="1076"/>
          <ac:spMkLst>
            <pc:docMk/>
            <pc:sldMk cId="258209378" sldId="439"/>
            <ac:spMk id="3" creationId="{498C278E-5998-4C77-919B-7AD63A50FC68}"/>
          </ac:spMkLst>
        </pc:spChg>
      </pc:sldChg>
      <pc:sldChg chg="modSp add mod">
        <pc:chgData name="Patalasingh, Ranjan K SITILTD-PTIY/EF/A" userId="f8ebb4c2-0721-46ef-a23c-2791aeefec91" providerId="ADAL" clId="{2EE5003A-76F5-5913-B784-16B0440CFA20}" dt="2026-03-31T20:59:59.932" v="159" actId="108"/>
        <pc:sldMkLst>
          <pc:docMk/>
          <pc:sldMk cId="4162868565" sldId="440"/>
        </pc:sldMkLst>
        <pc:spChg chg="mod">
          <ac:chgData name="Patalasingh, Ranjan K SITILTD-PTIY/EF/A" userId="f8ebb4c2-0721-46ef-a23c-2791aeefec91" providerId="ADAL" clId="{2EE5003A-76F5-5913-B784-16B0440CFA20}" dt="2026-03-31T20:59:59.932" v="159" actId="108"/>
          <ac:spMkLst>
            <pc:docMk/>
            <pc:sldMk cId="4162868565" sldId="440"/>
            <ac:spMk id="3" creationId="{492DAF55-7828-7967-92F7-039A6AA55EFC}"/>
          </ac:spMkLst>
        </pc:spChg>
      </pc:sldChg>
      <pc:sldChg chg="addSp delSp modSp add mod setBg setClrOvrMap">
        <pc:chgData name="Patalasingh, Ranjan K SITILTD-PTIY/EF/A" userId="f8ebb4c2-0721-46ef-a23c-2791aeefec91" providerId="ADAL" clId="{2EE5003A-76F5-5913-B784-16B0440CFA20}" dt="2026-03-31T21:06:10.196" v="168" actId="478"/>
        <pc:sldMkLst>
          <pc:docMk/>
          <pc:sldMk cId="3615805621" sldId="442"/>
        </pc:sldMkLst>
        <pc:spChg chg="mod">
          <ac:chgData name="Patalasingh, Ranjan K SITILTD-PTIY/EF/A" userId="f8ebb4c2-0721-46ef-a23c-2791aeefec91" providerId="ADAL" clId="{2EE5003A-76F5-5913-B784-16B0440CFA20}" dt="2026-03-31T21:06:05.468" v="167" actId="26606"/>
          <ac:spMkLst>
            <pc:docMk/>
            <pc:sldMk cId="3615805621" sldId="442"/>
            <ac:spMk id="3" creationId="{B62B9FCE-027A-9A63-3EBC-222AE9CAF23A}"/>
          </ac:spMkLst>
        </pc:spChg>
      </pc:sldChg>
      <pc:sldChg chg="modSp mod">
        <pc:chgData name="Patalasingh, Ranjan K SITILTD-PTIY/EF/A" userId="f8ebb4c2-0721-46ef-a23c-2791aeefec91" providerId="ADAL" clId="{2EE5003A-76F5-5913-B784-16B0440CFA20}" dt="2026-03-31T21:35:50.896" v="858" actId="1076"/>
        <pc:sldMkLst>
          <pc:docMk/>
          <pc:sldMk cId="3918996336" sldId="444"/>
        </pc:sldMkLst>
        <pc:picChg chg="mod">
          <ac:chgData name="Patalasingh, Ranjan K SITILTD-PTIY/EF/A" userId="f8ebb4c2-0721-46ef-a23c-2791aeefec91" providerId="ADAL" clId="{2EE5003A-76F5-5913-B784-16B0440CFA20}" dt="2026-03-31T21:35:50.896" v="858" actId="1076"/>
          <ac:picMkLst>
            <pc:docMk/>
            <pc:sldMk cId="3918996336" sldId="444"/>
            <ac:picMk id="25" creationId="{AAE4A1D9-2E5D-8C13-C2B8-2A3E5F7A9615}"/>
          </ac:picMkLst>
        </pc:picChg>
      </pc:sldChg>
      <pc:sldChg chg="add setBg">
        <pc:chgData name="Patalasingh, Ranjan K SITILTD-PTIY/EF/A" userId="f8ebb4c2-0721-46ef-a23c-2791aeefec91" providerId="ADAL" clId="{2EE5003A-76F5-5913-B784-16B0440CFA20}" dt="2026-03-31T21:30:15.559" v="737"/>
        <pc:sldMkLst>
          <pc:docMk/>
          <pc:sldMk cId="3129297271" sldId="445"/>
        </pc:sldMkLst>
      </pc:sldChg>
      <pc:sldChg chg="modSp add mod">
        <pc:chgData name="Patalasingh, Ranjan K SITILTD-PTIY/EF/A" userId="f8ebb4c2-0721-46ef-a23c-2791aeefec91" providerId="ADAL" clId="{2EE5003A-76F5-5913-B784-16B0440CFA20}" dt="2026-03-31T21:35:30.714" v="855" actId="20577"/>
        <pc:sldMkLst>
          <pc:docMk/>
          <pc:sldMk cId="2265547180" sldId="446"/>
        </pc:sldMkLst>
        <pc:spChg chg="mod">
          <ac:chgData name="Patalasingh, Ranjan K SITILTD-PTIY/EF/A" userId="f8ebb4c2-0721-46ef-a23c-2791aeefec91" providerId="ADAL" clId="{2EE5003A-76F5-5913-B784-16B0440CFA20}" dt="2026-03-31T21:35:30.714" v="855" actId="20577"/>
          <ac:spMkLst>
            <pc:docMk/>
            <pc:sldMk cId="2265547180" sldId="446"/>
            <ac:spMk id="3" creationId="{65656620-B413-6756-191E-E590527D4B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15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Content Moderation</a:t>
            </a:r>
          </a:p>
          <a:p>
            <a:r>
              <a:rPr lang="en-US"/>
              <a:t>Uncontrollable changes</a:t>
            </a:r>
          </a:p>
        </p:txBody>
      </p:sp>
    </p:spTree>
    <p:extLst>
      <p:ext uri="{BB962C8B-B14F-4D97-AF65-F5344CB8AC3E}">
        <p14:creationId xmlns:p14="http://schemas.microsoft.com/office/powerpoint/2010/main" val="3571876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26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813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944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083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0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227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857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0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044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194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227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694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618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881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573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727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18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  <p:sldLayoutId id="2147484144" r:id="rId5"/>
    <p:sldLayoutId id="2147484145" r:id="rId6"/>
    <p:sldLayoutId id="2147484146" r:id="rId7"/>
    <p:sldLayoutId id="2147484147" r:id="rId8"/>
    <p:sldLayoutId id="2147484148" r:id="rId9"/>
    <p:sldLayoutId id="2147484149" r:id="rId10"/>
    <p:sldLayoutId id="2147484150" r:id="rId11"/>
    <p:sldLayoutId id="2147484151" r:id="rId12"/>
    <p:sldLayoutId id="2147484152" r:id="rId13"/>
    <p:sldLayoutId id="2147484153" r:id="rId14"/>
    <p:sldLayoutId id="2147484154" r:id="rId15"/>
    <p:sldLayoutId id="2147484155" r:id="rId16"/>
    <p:sldLayoutId id="214748415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gif"/><Relationship Id="rId3" Type="http://schemas.openxmlformats.org/officeDocument/2006/relationships/image" Target="../media/image21.gif"/><Relationship Id="rId7" Type="http://schemas.openxmlformats.org/officeDocument/2006/relationships/image" Target="../media/image25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gif"/><Relationship Id="rId5" Type="http://schemas.openxmlformats.org/officeDocument/2006/relationships/image" Target="../media/image23.gif"/><Relationship Id="rId4" Type="http://schemas.openxmlformats.org/officeDocument/2006/relationships/image" Target="../media/image22.gif"/><Relationship Id="rId9" Type="http://schemas.openxmlformats.org/officeDocument/2006/relationships/image" Target="../media/image27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eUr8fjy8lQ?feature=oembed" TargetMode="External"/><Relationship Id="rId6" Type="http://schemas.openxmlformats.org/officeDocument/2006/relationships/image" Target="../media/image31.jpeg"/><Relationship Id="rId5" Type="http://schemas.openxmlformats.org/officeDocument/2006/relationships/image" Target="../media/image30.gif"/><Relationship Id="rId4" Type="http://schemas.openxmlformats.org/officeDocument/2006/relationships/image" Target="../media/image29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gif"/><Relationship Id="rId4" Type="http://schemas.openxmlformats.org/officeDocument/2006/relationships/image" Target="../media/image3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14216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F43132E-D4DF-4A83-9344-A782D0F5D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73906" y="909701"/>
            <a:ext cx="4515133" cy="3324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38BDF8"/>
                </a:solidFill>
                <a:latin typeface="Segoe UI"/>
              </a:defRPr>
            </a:pPr>
            <a:r>
              <a:rPr lang="en-US" sz="5000" b="1" cap="all">
                <a:ln w="3175" cmpd="sng">
                  <a:noFill/>
                </a:ln>
                <a:latin typeface="+mj-lt"/>
                <a:ea typeface="+mj-ea"/>
                <a:cs typeface="+mj-cs"/>
              </a:rPr>
              <a:t>AI &amp;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2945" y="1565910"/>
            <a:ext cx="2357148" cy="201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  <a:defRPr sz="2200" b="0">
                <a:solidFill>
                  <a:srgbClr val="B0BEC5"/>
                </a:solidFill>
                <a:latin typeface="Segoe UI"/>
              </a:defRPr>
            </a:pPr>
            <a:r>
              <a:rPr lang="en-US" sz="2200" cap="all"/>
              <a:t>Artificial Intelligence · Generative AI · Agents ·</a:t>
            </a:r>
            <a:br>
              <a:rPr lang="en-US" sz="2200" cap="all"/>
            </a:br>
            <a:r>
              <a:rPr lang="en-US" sz="2200" cap="all"/>
              <a:t>Vibe Coding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A24BC1-1577-4586-AD7A-417660E37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0992" y="125158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Session </a:t>
            </a:r>
            <a:r>
              <a:rPr sz="2700" b="1">
                <a:solidFill>
                  <a:srgbClr val="38BDF8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508760"/>
            <a:ext cx="68580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1.  Welcome &amp; Introduction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2.  Ice Breaker &amp; Quiz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3.  How we got here — from Machine Learning to Agents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4.  Generative AI &amp; using it responsibly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5.  Vibe Coding — what &amp; why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6.  Interactive Q&amp;A &amp; demos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7.  Hands‑on Vibe Coding session</a:t>
            </a:r>
          </a:p>
          <a:p>
            <a:pPr defTabSz="342900">
              <a:spcAft>
                <a:spcPts val="6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rPr sz="1500">
                <a:solidFill>
                  <a:srgbClr val="F1F5F9"/>
                </a:solidFill>
                <a:latin typeface="Segoe UI"/>
              </a:rPr>
              <a:t>8.  Showcase &amp; wrap‑up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YOUR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2700" b="1">
                <a:solidFill>
                  <a:srgbClr val="38BDF8"/>
                </a:solidFill>
                <a:latin typeface="Segoe UI"/>
              </a:rPr>
              <a:t>Team</a:t>
            </a:r>
            <a:r>
              <a:rPr sz="2700" b="1">
                <a:solidFill>
                  <a:srgbClr val="F1F5F9"/>
                </a:solidFill>
                <a:latin typeface="Segoe UI"/>
              </a:rPr>
              <a:t> </a:t>
            </a:r>
            <a:r>
              <a:rPr sz="2700" b="1">
                <a:solidFill>
                  <a:srgbClr val="38BDF8"/>
                </a:solidFill>
                <a:latin typeface="Segoe UI"/>
              </a:rPr>
              <a:t>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7115" y="1577340"/>
            <a:ext cx="2400300" cy="12344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defRPr sz="2400" b="1">
                <a:solidFill>
                  <a:srgbClr val="38BDF8"/>
                </a:solidFill>
                <a:latin typeface="Segoe UI"/>
              </a:defRPr>
            </a:pPr>
            <a:r>
              <a:rPr b="1">
                <a:solidFill>
                  <a:srgbClr val="38BDF8"/>
                </a:solidFill>
                <a:latin typeface="Segoe UI"/>
              </a:rPr>
              <a:t>RP</a:t>
            </a: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endParaRPr lang="en-GB"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Ranjan </a:t>
            </a:r>
            <a:r>
              <a:rPr lang="en-GB" sz="1200" b="1" err="1">
                <a:solidFill>
                  <a:srgbClr val="F1F5F9"/>
                </a:solidFill>
                <a:latin typeface="Segoe UI"/>
              </a:rPr>
              <a:t>Patalasingh</a:t>
            </a:r>
            <a:endParaRPr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Principal AI 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1735" y="1577340"/>
            <a:ext cx="2400300" cy="12344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defRPr sz="2400" b="1">
                <a:solidFill>
                  <a:srgbClr val="38BDF8"/>
                </a:solidFill>
                <a:latin typeface="Segoe UI"/>
              </a:defRPr>
            </a:pPr>
            <a:r>
              <a:rPr b="1">
                <a:solidFill>
                  <a:srgbClr val="38BDF8"/>
                </a:solidFill>
                <a:latin typeface="Segoe UI"/>
              </a:rPr>
              <a:t>MM</a:t>
            </a: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endParaRPr lang="en-GB"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Muhammed Miah</a:t>
            </a:r>
          </a:p>
          <a:p>
            <a:pPr algn="ctr" defTabSz="342900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Senior AI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46355" y="1577340"/>
            <a:ext cx="2400300" cy="12344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defRPr sz="2400" b="1">
                <a:solidFill>
                  <a:srgbClr val="38BDF8"/>
                </a:solidFill>
                <a:latin typeface="Segoe UI"/>
              </a:defRPr>
            </a:pPr>
            <a:r>
              <a:rPr b="1">
                <a:solidFill>
                  <a:srgbClr val="38BDF8"/>
                </a:solidFill>
                <a:latin typeface="Segoe UI"/>
              </a:rPr>
              <a:t>FH</a:t>
            </a: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endParaRPr lang="en-GB"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Farhad Hussain</a:t>
            </a:r>
          </a:p>
          <a:p>
            <a:pPr algn="ctr" defTabSz="342900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Senior AI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7115" y="3086100"/>
            <a:ext cx="2400300" cy="12344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defRPr sz="2400" b="1">
                <a:solidFill>
                  <a:srgbClr val="38BDF8"/>
                </a:solidFill>
                <a:latin typeface="Segoe UI"/>
              </a:defRPr>
            </a:pPr>
            <a:r>
              <a:rPr b="1">
                <a:solidFill>
                  <a:srgbClr val="38BDF8"/>
                </a:solidFill>
                <a:latin typeface="Segoe UI"/>
              </a:rPr>
              <a:t>KC</a:t>
            </a: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endParaRPr lang="en-GB"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Kelvin Chan</a:t>
            </a:r>
          </a:p>
          <a:p>
            <a:pPr algn="ctr" defTabSz="342900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lang="en-GB" sz="975">
                <a:solidFill>
                  <a:srgbClr val="B0BEC5"/>
                </a:solidFill>
                <a:latin typeface="Segoe UI"/>
              </a:rPr>
              <a:t>Data Scientist</a:t>
            </a:r>
            <a:endParaRPr sz="975">
              <a:solidFill>
                <a:srgbClr val="B0BEC5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71735" y="3086100"/>
            <a:ext cx="2400300" cy="12344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defRPr sz="2400" b="1">
                <a:solidFill>
                  <a:srgbClr val="38BDF8"/>
                </a:solidFill>
                <a:latin typeface="Segoe UI"/>
              </a:defRPr>
            </a:pPr>
            <a:r>
              <a:rPr b="1">
                <a:solidFill>
                  <a:srgbClr val="38BDF8"/>
                </a:solidFill>
                <a:latin typeface="Segoe UI"/>
              </a:rPr>
              <a:t>CK</a:t>
            </a: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endParaRPr lang="en-GB"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Chaitanya </a:t>
            </a:r>
            <a:r>
              <a:rPr lang="en-GB" sz="1200" b="1" err="1">
                <a:solidFill>
                  <a:srgbClr val="F1F5F9"/>
                </a:solidFill>
                <a:latin typeface="Segoe UI"/>
              </a:rPr>
              <a:t>Katukuri</a:t>
            </a:r>
            <a:endParaRPr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Engineering Lead</a:t>
            </a:r>
            <a:r>
              <a:rPr lang="en-US" sz="975">
                <a:solidFill>
                  <a:srgbClr val="B0BEC5"/>
                </a:solidFill>
                <a:latin typeface="Segoe UI"/>
              </a:rPr>
              <a:t>, ML</a:t>
            </a:r>
            <a:endParaRPr sz="975">
              <a:solidFill>
                <a:srgbClr val="B0BEC5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46355" y="3086100"/>
            <a:ext cx="2400300" cy="12344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defRPr sz="2400" b="1">
                <a:solidFill>
                  <a:srgbClr val="38BDF8"/>
                </a:solidFill>
                <a:latin typeface="Segoe UI"/>
              </a:defRPr>
            </a:pPr>
            <a:r>
              <a:rPr b="1">
                <a:solidFill>
                  <a:srgbClr val="38BDF8"/>
                </a:solidFill>
                <a:latin typeface="Segoe UI"/>
              </a:rPr>
              <a:t>KK</a:t>
            </a: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endParaRPr lang="en-GB" sz="1200" b="1">
              <a:solidFill>
                <a:srgbClr val="F1F5F9"/>
              </a:solidFill>
              <a:latin typeface="Segoe UI"/>
            </a:endParaRPr>
          </a:p>
          <a:p>
            <a:pPr algn="ctr" defTabSz="342900"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Krishna Konduru</a:t>
            </a:r>
          </a:p>
          <a:p>
            <a:pPr algn="ctr" defTabSz="342900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Data Engineer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4FD140-C2AA-BC20-AB81-037B08C4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13" y="1670228"/>
            <a:ext cx="608143" cy="608143"/>
          </a:xfrm>
          <a:prstGeom prst="ellips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833AF1-7DDE-92E4-03CC-D35AFE93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6168" y="3193148"/>
            <a:ext cx="608143" cy="608143"/>
          </a:xfrm>
          <a:prstGeom prst="ellipse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3BB5BF-C199-3ADA-113B-D0223BDB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091" y="1692554"/>
            <a:ext cx="628347" cy="585817"/>
          </a:xfrm>
          <a:prstGeom prst="ellipse">
            <a:avLst/>
          </a:prstGeom>
        </p:spPr>
      </p:pic>
      <p:pic>
        <p:nvPicPr>
          <p:cNvPr id="12" name="Picture 11" descr="A person with a beard smiling&#10;&#10;AI-generated content may be incorrect.">
            <a:extLst>
              <a:ext uri="{FF2B5EF4-FFF2-40B4-BE49-F238E27FC236}">
                <a16:creationId xmlns:a16="http://schemas.microsoft.com/office/drawing/2014/main" id="{A9E2104A-4F7B-4630-D77D-4B9DF7CB1E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5" t="1732" b="1829"/>
          <a:stretch>
            <a:fillRect/>
          </a:stretch>
        </p:blipFill>
        <p:spPr>
          <a:xfrm>
            <a:off x="6909587" y="1530152"/>
            <a:ext cx="668494" cy="83045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8429" y="2317834"/>
            <a:ext cx="7063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4000" b="1">
                <a:solidFill>
                  <a:srgbClr val="38BDF8"/>
                </a:solidFill>
                <a:latin typeface="Segoe UI"/>
              </a:rPr>
              <a:t>Ice Breaker &amp; Quiz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Let's Break the </a:t>
            </a:r>
            <a:r>
              <a:rPr sz="2700" b="1">
                <a:solidFill>
                  <a:srgbClr val="38BDF8"/>
                </a:solidFill>
                <a:latin typeface="Segoe UI"/>
              </a:rPr>
              <a:t>Ice!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23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sz="1500">
                <a:solidFill>
                  <a:srgbClr val="B0BEC5"/>
                </a:solidFill>
                <a:latin typeface="Segoe UI"/>
              </a:rPr>
              <a:t>Quick‑fire round — shout your answer!</a:t>
            </a:r>
          </a:p>
        </p:txBody>
      </p:sp>
      <p:pic>
        <p:nvPicPr>
          <p:cNvPr id="5" name="Picture 4" descr="icon-robot_256x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7385"/>
            <a:ext cx="377190" cy="377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952856"/>
            <a:ext cx="5391013" cy="346249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What AI tool have you used in the last week?</a:t>
            </a:r>
          </a:p>
        </p:txBody>
      </p:sp>
      <p:pic>
        <p:nvPicPr>
          <p:cNvPr id="7" name="Picture 6" descr="icon-lightbulb_256x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23185"/>
            <a:ext cx="377190" cy="377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2638656"/>
            <a:ext cx="5391013" cy="346249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Name one thing you think AI cannot do (yet).</a:t>
            </a:r>
          </a:p>
        </p:txBody>
      </p:sp>
      <p:pic>
        <p:nvPicPr>
          <p:cNvPr id="9" name="Picture 8" descr="icon-rocket_256x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08985"/>
            <a:ext cx="377190" cy="377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324456"/>
            <a:ext cx="5391013" cy="346249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If you could build any app with AI, what would it be?</a:t>
            </a:r>
          </a:p>
        </p:txBody>
      </p:sp>
      <p:pic>
        <p:nvPicPr>
          <p:cNvPr id="11" name="Picture 10" descr="icon-target_256x256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94785"/>
            <a:ext cx="377190" cy="3771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4010256"/>
            <a:ext cx="5391013" cy="346249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What do you most want to learn today?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9E7A1-746A-D975-53BA-777C5702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blue question marks&#10;&#10;AI-generated content may be incorrect.">
            <a:extLst>
              <a:ext uri="{FF2B5EF4-FFF2-40B4-BE49-F238E27FC236}">
                <a16:creationId xmlns:a16="http://schemas.microsoft.com/office/drawing/2014/main" id="{E94A55C5-1535-32BB-34B5-B5D3ACD1F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" t="-682" r="155" b="27950"/>
          <a:stretch>
            <a:fillRect/>
          </a:stretch>
        </p:blipFill>
        <p:spPr>
          <a:xfrm>
            <a:off x="1081778" y="1127014"/>
            <a:ext cx="7712651" cy="37409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5F0418-D1B3-41B8-4267-916F77E52312}"/>
              </a:ext>
            </a:extLst>
          </p:cNvPr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CHALLENGE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F07EA-326D-E673-3421-C9276F8C3BD8}"/>
              </a:ext>
            </a:extLst>
          </p:cNvPr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38BDF8"/>
                </a:solidFill>
                <a:latin typeface="Segoe UI"/>
              </a:rPr>
              <a:t>Quiz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6DF63-3B2A-69D3-7CFC-433E0608FC2A}"/>
              </a:ext>
            </a:extLst>
          </p:cNvPr>
          <p:cNvSpPr txBox="1"/>
          <p:nvPr/>
        </p:nvSpPr>
        <p:spPr>
          <a:xfrm>
            <a:off x="4413661" y="3103505"/>
            <a:ext cx="3217054" cy="715089"/>
          </a:xfrm>
          <a:prstGeom prst="roundRect">
            <a:avLst/>
          </a:pr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5007034"/>
                      <a:gd name="csY0" fmla="*/ 96482 h 578882"/>
                      <a:gd name="csX1" fmla="*/ 96482 w 5007034"/>
                      <a:gd name="csY1" fmla="*/ 0 h 578882"/>
                      <a:gd name="csX2" fmla="*/ 4910552 w 5007034"/>
                      <a:gd name="csY2" fmla="*/ 0 h 578882"/>
                      <a:gd name="csX3" fmla="*/ 5007034 w 5007034"/>
                      <a:gd name="csY3" fmla="*/ 96482 h 578882"/>
                      <a:gd name="csX4" fmla="*/ 5007034 w 5007034"/>
                      <a:gd name="csY4" fmla="*/ 482400 h 578882"/>
                      <a:gd name="csX5" fmla="*/ 4910552 w 5007034"/>
                      <a:gd name="csY5" fmla="*/ 578882 h 578882"/>
                      <a:gd name="csX6" fmla="*/ 96482 w 5007034"/>
                      <a:gd name="csY6" fmla="*/ 578882 h 578882"/>
                      <a:gd name="csX7" fmla="*/ 0 w 5007034"/>
                      <a:gd name="csY7" fmla="*/ 482400 h 578882"/>
                      <a:gd name="csX8" fmla="*/ 0 w 5007034"/>
                      <a:gd name="csY8" fmla="*/ 96482 h 5788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007034" h="578882" fill="none" extrusionOk="0">
                        <a:moveTo>
                          <a:pt x="0" y="96482"/>
                        </a:moveTo>
                        <a:cubicBezTo>
                          <a:pt x="-1803" y="42673"/>
                          <a:pt x="45057" y="867"/>
                          <a:pt x="96482" y="0"/>
                        </a:cubicBezTo>
                        <a:cubicBezTo>
                          <a:pt x="2422039" y="-29507"/>
                          <a:pt x="2562250" y="56528"/>
                          <a:pt x="4910552" y="0"/>
                        </a:cubicBezTo>
                        <a:cubicBezTo>
                          <a:pt x="4964072" y="4321"/>
                          <a:pt x="5004659" y="45394"/>
                          <a:pt x="5007034" y="96482"/>
                        </a:cubicBezTo>
                        <a:cubicBezTo>
                          <a:pt x="4973033" y="222059"/>
                          <a:pt x="5016921" y="417294"/>
                          <a:pt x="5007034" y="482400"/>
                        </a:cubicBezTo>
                        <a:cubicBezTo>
                          <a:pt x="5007863" y="533336"/>
                          <a:pt x="4964321" y="579727"/>
                          <a:pt x="4910552" y="578882"/>
                        </a:cubicBezTo>
                        <a:cubicBezTo>
                          <a:pt x="3240572" y="429524"/>
                          <a:pt x="1311061" y="690269"/>
                          <a:pt x="96482" y="578882"/>
                        </a:cubicBezTo>
                        <a:cubicBezTo>
                          <a:pt x="43192" y="579870"/>
                          <a:pt x="-7884" y="529201"/>
                          <a:pt x="0" y="482400"/>
                        </a:cubicBezTo>
                        <a:cubicBezTo>
                          <a:pt x="11991" y="435436"/>
                          <a:pt x="17050" y="272614"/>
                          <a:pt x="0" y="96482"/>
                        </a:cubicBezTo>
                        <a:close/>
                      </a:path>
                      <a:path w="5007034" h="578882" stroke="0" extrusionOk="0">
                        <a:moveTo>
                          <a:pt x="0" y="96482"/>
                        </a:moveTo>
                        <a:cubicBezTo>
                          <a:pt x="-699" y="41001"/>
                          <a:pt x="42301" y="77"/>
                          <a:pt x="96482" y="0"/>
                        </a:cubicBezTo>
                        <a:cubicBezTo>
                          <a:pt x="1858005" y="52825"/>
                          <a:pt x="2613024" y="-123174"/>
                          <a:pt x="4910552" y="0"/>
                        </a:cubicBezTo>
                        <a:cubicBezTo>
                          <a:pt x="4967340" y="5919"/>
                          <a:pt x="5009759" y="43931"/>
                          <a:pt x="5007034" y="96482"/>
                        </a:cubicBezTo>
                        <a:cubicBezTo>
                          <a:pt x="5037531" y="244568"/>
                          <a:pt x="4989941" y="315844"/>
                          <a:pt x="5007034" y="482400"/>
                        </a:cubicBezTo>
                        <a:cubicBezTo>
                          <a:pt x="5000766" y="527630"/>
                          <a:pt x="4961637" y="576910"/>
                          <a:pt x="4910552" y="578882"/>
                        </a:cubicBezTo>
                        <a:cubicBezTo>
                          <a:pt x="2525398" y="748293"/>
                          <a:pt x="1802120" y="664436"/>
                          <a:pt x="96482" y="578882"/>
                        </a:cubicBezTo>
                        <a:cubicBezTo>
                          <a:pt x="39770" y="580305"/>
                          <a:pt x="4474" y="526764"/>
                          <a:pt x="0" y="482400"/>
                        </a:cubicBezTo>
                        <a:cubicBezTo>
                          <a:pt x="20805" y="322917"/>
                          <a:pt x="-12259" y="236593"/>
                          <a:pt x="0" y="9648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2400" b="1">
                <a:solidFill>
                  <a:schemeClr val="bg1"/>
                </a:solidFill>
                <a:latin typeface="Segoe UI"/>
              </a:rPr>
              <a:t>Fast facts</a:t>
            </a:r>
            <a:endParaRPr lang="en-US" sz="2000">
              <a:solidFill>
                <a:schemeClr val="bg1"/>
              </a:solidFill>
              <a:latin typeface="Segoe UI"/>
            </a:endParaRPr>
          </a:p>
          <a:p>
            <a:pPr algn="ctr"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 b="1">
                <a:solidFill>
                  <a:schemeClr val="bg1"/>
                </a:solidFill>
                <a:latin typeface="Segoe UI"/>
              </a:rPr>
              <a:t>Fastest correct answer earns more points</a:t>
            </a:r>
            <a:endParaRPr lang="en-US" sz="1200">
              <a:solidFill>
                <a:schemeClr val="bg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2768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7B67-7467-938F-7EBA-A74C8ED7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C278E-5998-4C77-919B-7AD63A50FC68}"/>
              </a:ext>
            </a:extLst>
          </p:cNvPr>
          <p:cNvSpPr txBox="1"/>
          <p:nvPr/>
        </p:nvSpPr>
        <p:spPr>
          <a:xfrm>
            <a:off x="444366" y="1910030"/>
            <a:ext cx="70633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4000" b="1">
                <a:solidFill>
                  <a:srgbClr val="38BDF8"/>
                </a:solidFill>
                <a:latin typeface="Segoe UI"/>
              </a:rPr>
              <a:t>Machine Learning, Generative AI &amp; Agents</a:t>
            </a:r>
          </a:p>
        </p:txBody>
      </p:sp>
    </p:spTree>
    <p:extLst>
      <p:ext uri="{BB962C8B-B14F-4D97-AF65-F5344CB8AC3E}">
        <p14:creationId xmlns:p14="http://schemas.microsoft.com/office/powerpoint/2010/main" val="258209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8700"/>
            <a:ext cx="8023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/>
            <a:r>
              <a:rPr sz="2700" b="1">
                <a:solidFill>
                  <a:srgbClr val="38BDF8"/>
                </a:solidFill>
                <a:latin typeface="Segoe UI"/>
              </a:rPr>
              <a:t>What if you could build a website
just by describing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00300"/>
            <a:ext cx="77495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2200" b="0">
                <a:solidFill>
                  <a:srgbClr val="B0BEC5"/>
                </a:solidFill>
                <a:latin typeface="Segoe UI"/>
              </a:defRPr>
            </a:pPr>
            <a:r>
              <a:rPr sz="1650">
                <a:solidFill>
                  <a:srgbClr val="B0BEC5"/>
                </a:solidFill>
                <a:latin typeface="Segoe UI"/>
              </a:rPr>
              <a:t>No tutorials. No experience needed. Just your ideas.</a:t>
            </a:r>
          </a:p>
        </p:txBody>
      </p:sp>
      <p:pic>
        <p:nvPicPr>
          <p:cNvPr id="5" name="Picture 4" descr="hero-flow_720x200_hold5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880360"/>
            <a:ext cx="6172200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How We Got Here — From Learning to </a:t>
            </a:r>
            <a:r>
              <a:rPr sz="2700" b="1">
                <a:solidFill>
                  <a:srgbClr val="38BDF8"/>
                </a:solidFill>
                <a:latin typeface="Segoe UI"/>
              </a:rPr>
              <a:t>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23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sz="1500">
                <a:solidFill>
                  <a:srgbClr val="B0BEC5"/>
                </a:solidFill>
                <a:latin typeface="Segoe UI"/>
              </a:rPr>
              <a:t>AI evolved in three big leaps — each one unlocked the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9955" y="1857041"/>
            <a:ext cx="2537460" cy="21945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0" rIns="0" rtlCol="0" anchor="ctr"/>
          <a:lstStyle/>
          <a:p>
            <a:pPr algn="ctr" defTabSz="342900">
              <a:lnSpc>
                <a:spcPct val="120000"/>
              </a:lnSpc>
              <a:defRPr sz="2000" b="1">
                <a:solidFill>
                  <a:srgbClr val="38BDF8"/>
                </a:solidFill>
                <a:latin typeface="Segoe UI"/>
              </a:defRPr>
            </a:pPr>
            <a:r>
              <a:rPr sz="1500" b="1">
                <a:solidFill>
                  <a:srgbClr val="38BDF8"/>
                </a:solidFill>
                <a:latin typeface="Segoe UI"/>
              </a:rPr>
              <a:t>The Analyst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Machine Learning &amp; Deep Learning · ~2010s</a:t>
            </a:r>
            <a:endParaRPr lang="en-GB"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endParaRPr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Learns from data, </a:t>
            </a:r>
            <a:r>
              <a:rPr sz="975" err="1">
                <a:solidFill>
                  <a:srgbClr val="F1F5F9"/>
                </a:solidFill>
                <a:latin typeface="Segoe UI"/>
              </a:rPr>
              <a:t>recognises</a:t>
            </a:r>
            <a:r>
              <a:rPr sz="975">
                <a:solidFill>
                  <a:srgbClr val="F1F5F9"/>
                </a:solidFill>
                <a:latin typeface="Segoe UI"/>
              </a:rPr>
              <a:t> patterns, makes predictions. Classifies what already exists.</a:t>
            </a:r>
            <a:endParaRPr lang="en-GB" sz="975">
              <a:solidFill>
                <a:srgbClr val="F1F5F9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endParaRPr sz="975">
              <a:solidFill>
                <a:srgbClr val="F1F5F9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Spotify recommendations, </a:t>
            </a:r>
            <a:r>
              <a:rPr sz="825" err="1">
                <a:solidFill>
                  <a:srgbClr val="B0BEC5"/>
                </a:solidFill>
                <a:latin typeface="Segoe UI"/>
              </a:rPr>
              <a:t>FaceID</a:t>
            </a:r>
            <a:r>
              <a:rPr sz="825">
                <a:solidFill>
                  <a:srgbClr val="B0BEC5"/>
                </a:solidFill>
                <a:latin typeface="Segoe UI"/>
              </a:rPr>
              <a:t>, spam filters.</a:t>
            </a:r>
            <a:br>
              <a:rPr lang="en-GB" sz="825">
                <a:solidFill>
                  <a:srgbClr val="B0BEC5"/>
                </a:solidFill>
                <a:latin typeface="Segoe UI"/>
              </a:rPr>
            </a:br>
            <a:endParaRPr sz="825">
              <a:solidFill>
                <a:srgbClr val="B0BEC5"/>
              </a:solidFill>
              <a:latin typeface="Segoe UI"/>
            </a:endParaRPr>
          </a:p>
        </p:txBody>
      </p:sp>
      <p:pic>
        <p:nvPicPr>
          <p:cNvPr id="6" name="Picture 5" descr="icon-analyst_256x25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945" y="1963559"/>
            <a:ext cx="411480" cy="411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03155" y="1857041"/>
            <a:ext cx="2537460" cy="21945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0" rIns="0" rtlCol="0" anchor="ctr"/>
          <a:lstStyle/>
          <a:p>
            <a:pPr algn="ctr" defTabSz="342900">
              <a:lnSpc>
                <a:spcPct val="120000"/>
              </a:lnSpc>
              <a:defRPr sz="2000" b="1">
                <a:solidFill>
                  <a:srgbClr val="38BDF8"/>
                </a:solidFill>
                <a:latin typeface="Segoe UI"/>
              </a:defRPr>
            </a:pPr>
            <a:r>
              <a:rPr sz="1500" b="1">
                <a:solidFill>
                  <a:srgbClr val="38BDF8"/>
                </a:solidFill>
                <a:latin typeface="Segoe UI"/>
              </a:rPr>
              <a:t>The Creator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LLMs &amp; Generative AI · ~2018–2022</a:t>
            </a:r>
            <a:endParaRPr lang="en-GB"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endParaRPr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Understands language, then starts generating new things — text, images, code, music.</a:t>
            </a:r>
            <a:endParaRPr lang="en-GB" sz="975">
              <a:solidFill>
                <a:srgbClr val="F1F5F9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endParaRPr sz="400">
              <a:solidFill>
                <a:srgbClr val="F1F5F9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ChatGPT writing an essay,</a:t>
            </a:r>
            <a:endParaRPr lang="en-GB"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Midjourney generating artwork.</a:t>
            </a:r>
          </a:p>
        </p:txBody>
      </p:sp>
      <p:pic>
        <p:nvPicPr>
          <p:cNvPr id="8" name="Picture 7" descr="icon-creator_256x25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145" y="1963559"/>
            <a:ext cx="411480" cy="411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46355" y="1857041"/>
            <a:ext cx="2537460" cy="21945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0" rIns="0" rtlCol="0" anchor="ctr"/>
          <a:lstStyle/>
          <a:p>
            <a:pPr algn="ctr" defTabSz="342900">
              <a:lnSpc>
                <a:spcPct val="120000"/>
              </a:lnSpc>
              <a:defRPr sz="2000" b="1">
                <a:solidFill>
                  <a:srgbClr val="38BDF8"/>
                </a:solidFill>
                <a:latin typeface="Segoe UI"/>
              </a:defRPr>
            </a:pPr>
            <a:r>
              <a:rPr sz="1500" b="1">
                <a:solidFill>
                  <a:srgbClr val="38BDF8"/>
                </a:solidFill>
                <a:latin typeface="Segoe UI"/>
              </a:rPr>
              <a:t>The Doer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Agents · ~2024</a:t>
            </a:r>
            <a:endParaRPr lang="en-GB"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endParaRPr sz="825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AI that can act autonomously —</a:t>
            </a:r>
            <a:br>
              <a:rPr lang="en-GB" sz="975">
                <a:solidFill>
                  <a:srgbClr val="F1F5F9"/>
                </a:solidFill>
                <a:latin typeface="Segoe UI"/>
              </a:rPr>
            </a:br>
            <a:r>
              <a:rPr sz="975">
                <a:solidFill>
                  <a:srgbClr val="F1F5F9"/>
                </a:solidFill>
                <a:latin typeface="Segoe UI"/>
              </a:rPr>
              <a:t>browses the web, runs code, plans multi-step tasks.</a:t>
            </a:r>
            <a:endParaRPr lang="en-GB" sz="975">
              <a:solidFill>
                <a:srgbClr val="F1F5F9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endParaRPr sz="975">
              <a:solidFill>
                <a:srgbClr val="F1F5F9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GitHub Copilot building features for you.</a:t>
            </a:r>
            <a:br>
              <a:rPr lang="en-GB" sz="825">
                <a:solidFill>
                  <a:srgbClr val="B0BEC5"/>
                </a:solidFill>
                <a:latin typeface="Segoe UI"/>
              </a:rPr>
            </a:br>
            <a:endParaRPr sz="825">
              <a:solidFill>
                <a:srgbClr val="B0BEC5"/>
              </a:solidFill>
              <a:latin typeface="Segoe UI"/>
            </a:endParaRPr>
          </a:p>
        </p:txBody>
      </p:sp>
      <p:pic>
        <p:nvPicPr>
          <p:cNvPr id="10" name="Picture 9" descr="icon-doer_256x25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345" y="1963559"/>
            <a:ext cx="411480" cy="411480"/>
          </a:xfrm>
          <a:prstGeom prst="rect">
            <a:avLst/>
          </a:prstGeom>
        </p:spPr>
      </p:pic>
      <p:pic>
        <p:nvPicPr>
          <p:cNvPr id="12" name="Picture 11" descr="icon-rocket_256x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446" y="4354830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84099" y="4401296"/>
            <a:ext cx="3092594" cy="318549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ctr" defTabSz="342900">
              <a:lnSpc>
                <a:spcPct val="120000"/>
              </a:lnSpc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sz="1350" b="1">
                <a:solidFill>
                  <a:srgbClr val="F7FFF6"/>
                </a:solidFill>
                <a:latin typeface="Segoe UI"/>
              </a:rPr>
              <a:t>The Payoff — Vibe Coding (~2025)</a:t>
            </a:r>
            <a:endParaRPr lang="en-GB" sz="1350" b="1">
              <a:solidFill>
                <a:srgbClr val="F7FFF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23AB-2F7E-1ADF-A2B8-C89C320D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9D29A4-5B73-224B-61F6-18F85C17AF94}"/>
              </a:ext>
            </a:extLst>
          </p:cNvPr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lang="en-GB" sz="900" b="1">
                <a:solidFill>
                  <a:srgbClr val="38BDF8"/>
                </a:solidFill>
                <a:latin typeface="Segoe UI"/>
              </a:rPr>
              <a:t>2010s</a:t>
            </a:r>
            <a:endParaRPr sz="900" b="1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9C318-C5A3-0A6A-F39E-CF47649959F3}"/>
              </a:ext>
            </a:extLst>
          </p:cNvPr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2700" b="1">
                <a:solidFill>
                  <a:srgbClr val="F1F5F9"/>
                </a:solidFill>
                <a:latin typeface="Segoe UI"/>
              </a:rPr>
              <a:t>ML, Deep Learning and LLM</a:t>
            </a:r>
            <a:endParaRPr sz="2700" b="1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7C109-5508-F1FE-A4EE-C496D695F064}"/>
              </a:ext>
            </a:extLst>
          </p:cNvPr>
          <p:cNvSpPr txBox="1"/>
          <p:nvPr/>
        </p:nvSpPr>
        <p:spPr>
          <a:xfrm>
            <a:off x="1830980" y="1321192"/>
            <a:ext cx="2921719" cy="577081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r" defTabSz="342900"/>
            <a:r>
              <a:rPr lang="en-GB" sz="1050" b="1">
                <a:solidFill>
                  <a:srgbClr val="F1F5F9"/>
                </a:solidFill>
                <a:latin typeface="Segoe UI"/>
              </a:rPr>
              <a:t>Machine learning </a:t>
            </a:r>
            <a:r>
              <a:rPr lang="en-GB" sz="1050">
                <a:solidFill>
                  <a:srgbClr val="F1F5F9"/>
                </a:solidFill>
                <a:latin typeface="Segoe UI"/>
              </a:rPr>
              <a:t>is a subset of artificial intelligence that enables systems to learn from data without being explicitly programmed.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06AD2-97B7-0072-5AD3-112B7D607C13}"/>
              </a:ext>
            </a:extLst>
          </p:cNvPr>
          <p:cNvSpPr txBox="1"/>
          <p:nvPr/>
        </p:nvSpPr>
        <p:spPr>
          <a:xfrm>
            <a:off x="4752699" y="2671496"/>
            <a:ext cx="2859406" cy="415498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lang="en-GB" sz="1050" b="1">
                <a:solidFill>
                  <a:srgbClr val="F1F5F9"/>
                </a:solidFill>
                <a:latin typeface="Segoe UI"/>
              </a:rPr>
              <a:t>Deep learning </a:t>
            </a:r>
            <a:r>
              <a:rPr lang="en-GB" sz="1050">
                <a:solidFill>
                  <a:srgbClr val="F1F5F9"/>
                </a:solidFill>
                <a:latin typeface="Segoe UI"/>
              </a:rPr>
              <a:t>is a subset of machine learning that uses neural networks to </a:t>
            </a:r>
            <a:r>
              <a:rPr lang="en-GB" sz="1050" err="1">
                <a:solidFill>
                  <a:srgbClr val="F1F5F9"/>
                </a:solidFill>
                <a:latin typeface="Segoe UI"/>
              </a:rPr>
              <a:t>analyze</a:t>
            </a:r>
            <a:r>
              <a:rPr lang="en-GB" sz="1050">
                <a:solidFill>
                  <a:srgbClr val="F1F5F9"/>
                </a:solidFill>
                <a:latin typeface="Segoe UI"/>
              </a:rPr>
              <a:t> 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0FA88-79BF-F439-A618-E0F0B6804175}"/>
              </a:ext>
            </a:extLst>
          </p:cNvPr>
          <p:cNvSpPr txBox="1"/>
          <p:nvPr/>
        </p:nvSpPr>
        <p:spPr>
          <a:xfrm>
            <a:off x="2218341" y="3870415"/>
            <a:ext cx="2663746" cy="577081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r" defTabSz="342900"/>
            <a:r>
              <a:rPr lang="en-GB" sz="1050" b="1">
                <a:solidFill>
                  <a:srgbClr val="F1F5F9"/>
                </a:solidFill>
                <a:latin typeface="Segoe UI"/>
              </a:rPr>
              <a:t>Large language models </a:t>
            </a:r>
            <a:r>
              <a:rPr lang="en-GB" sz="1050">
                <a:solidFill>
                  <a:srgbClr val="F1F5F9"/>
                </a:solidFill>
                <a:latin typeface="Segoe UI"/>
              </a:rPr>
              <a:t>are a type of Deep Learning model specifically designed for natural language processing tasks. </a:t>
            </a:r>
          </a:p>
        </p:txBody>
      </p:sp>
      <p:pic>
        <p:nvPicPr>
          <p:cNvPr id="27" name="Picture 26" descr="A person sitting at a desk and a computer&#10;&#10;AI-generated content may be incorrect.">
            <a:extLst>
              <a:ext uri="{FF2B5EF4-FFF2-40B4-BE49-F238E27FC236}">
                <a16:creationId xmlns:a16="http://schemas.microsoft.com/office/drawing/2014/main" id="{46B12EF1-31D4-6676-427F-6683D0C6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087" y="1066791"/>
            <a:ext cx="3861863" cy="1405214"/>
          </a:xfrm>
          <a:prstGeom prst="rect">
            <a:avLst/>
          </a:prstGeom>
        </p:spPr>
      </p:pic>
      <p:pic>
        <p:nvPicPr>
          <p:cNvPr id="28" name="Picture 27" descr="A diagram of a network&#10;&#10;AI-generated content may be incorrect.">
            <a:extLst>
              <a:ext uri="{FF2B5EF4-FFF2-40B4-BE49-F238E27FC236}">
                <a16:creationId xmlns:a16="http://schemas.microsoft.com/office/drawing/2014/main" id="{62C47167-2027-1B6F-93D3-58F8179AA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92" y="2175022"/>
            <a:ext cx="4170169" cy="1418644"/>
          </a:xfrm>
          <a:prstGeom prst="rect">
            <a:avLst/>
          </a:prstGeom>
        </p:spPr>
      </p:pic>
      <p:pic>
        <p:nvPicPr>
          <p:cNvPr id="29" name="Picture 28" descr="A diagram of a machine learning process&#10;&#10;AI-generated content may be incorrect.">
            <a:extLst>
              <a:ext uri="{FF2B5EF4-FFF2-40B4-BE49-F238E27FC236}">
                <a16:creationId xmlns:a16="http://schemas.microsoft.com/office/drawing/2014/main" id="{4342F8F1-9267-21D3-2420-7F1BFF112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087" y="3344674"/>
            <a:ext cx="3771463" cy="170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IN THE WILD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Generative AI — Where You </a:t>
            </a:r>
            <a:r>
              <a:rPr sz="2700" b="1">
                <a:solidFill>
                  <a:srgbClr val="38BDF8"/>
                </a:solidFill>
                <a:latin typeface="Segoe UI"/>
              </a:rPr>
              <a:t>See It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3021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 sz="1200" b="1">
                <a:solidFill>
                  <a:srgbClr val="38BDF8"/>
                </a:solidFill>
                <a:latin typeface="Segoe UI"/>
              </a:rPr>
              <a:t>How it works</a:t>
            </a:r>
          </a:p>
        </p:txBody>
      </p:sp>
      <p:pic>
        <p:nvPicPr>
          <p:cNvPr id="5" name="Picture 4" descr="icon-describe_256x25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737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2990" y="1779789"/>
            <a:ext cx="3566160" cy="4180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050" b="1">
                <a:solidFill>
                  <a:srgbClr val="F1F5F9"/>
                </a:solidFill>
                <a:latin typeface="Segoe UI"/>
              </a:rPr>
              <a:t>You write a prompt</a:t>
            </a:r>
          </a:p>
          <a:p>
            <a:pPr defTabSz="342900">
              <a:spcBef>
                <a:spcPts val="150"/>
              </a:spcBef>
            </a:pPr>
            <a:r>
              <a:rPr sz="900">
                <a:solidFill>
                  <a:srgbClr val="B0BEC5"/>
                </a:solidFill>
                <a:latin typeface="Segoe UI"/>
              </a:rPr>
              <a:t>Describe what you want in plain language</a:t>
            </a:r>
          </a:p>
        </p:txBody>
      </p:sp>
      <p:pic>
        <p:nvPicPr>
          <p:cNvPr id="7" name="Picture 6" descr="icon-flow_256x25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3170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2990" y="2465589"/>
            <a:ext cx="3566160" cy="4180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050" b="1">
                <a:solidFill>
                  <a:srgbClr val="F1F5F9"/>
                </a:solidFill>
                <a:latin typeface="Segoe UI"/>
              </a:rPr>
              <a:t>The model processes it</a:t>
            </a:r>
          </a:p>
          <a:p>
            <a:pPr defTabSz="342900">
              <a:spcBef>
                <a:spcPts val="150"/>
              </a:spcBef>
            </a:pPr>
            <a:r>
              <a:rPr sz="900">
                <a:solidFill>
                  <a:srgbClr val="B0BEC5"/>
                </a:solidFill>
                <a:latin typeface="Segoe UI"/>
              </a:rPr>
              <a:t>Breaks your words into tokens and predicts what comes next</a:t>
            </a:r>
          </a:p>
        </p:txBody>
      </p:sp>
      <p:pic>
        <p:nvPicPr>
          <p:cNvPr id="9" name="Picture 8" descr="icon-genai_256x25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88970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2990" y="3151389"/>
            <a:ext cx="3566160" cy="4180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050" b="1">
                <a:solidFill>
                  <a:srgbClr val="F1F5F9"/>
                </a:solidFill>
                <a:latin typeface="Segoe UI"/>
              </a:rPr>
              <a:t>You get the output</a:t>
            </a:r>
          </a:p>
          <a:p>
            <a:pPr defTabSz="342900">
              <a:spcBef>
                <a:spcPts val="150"/>
              </a:spcBef>
            </a:pPr>
            <a:r>
              <a:rPr sz="900">
                <a:solidFill>
                  <a:srgbClr val="B0BEC5"/>
                </a:solidFill>
                <a:latin typeface="Segoe UI"/>
              </a:rPr>
              <a:t>Text, an image, code, audio, or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303021"/>
            <a:ext cx="3771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 sz="1200" b="1">
                <a:solidFill>
                  <a:srgbClr val="38BDF8"/>
                </a:solidFill>
                <a:latin typeface="Segoe UI"/>
              </a:rPr>
              <a:t>Tools you might already know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714500"/>
            <a:ext cx="1851660" cy="8229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3" name="Picture 12" descr="icon-chat_256x256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70" y="198882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6370" y="1837568"/>
            <a:ext cx="1303020" cy="576825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>
              <a:lnSpc>
                <a:spcPct val="120000"/>
              </a:lnSpc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 sz="1050" b="1">
                <a:solidFill>
                  <a:srgbClr val="F1F5F9"/>
                </a:solidFill>
                <a:latin typeface="Segoe UI"/>
              </a:rPr>
              <a:t>Text &amp; Chat</a:t>
            </a:r>
          </a:p>
          <a:p>
            <a:pPr defTabSz="342900">
              <a:lnSpc>
                <a:spcPct val="120000"/>
              </a:lnSpc>
              <a:defRPr sz="110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ChatGPT, Claude, Gemini, Grok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9420" y="1714500"/>
            <a:ext cx="1851660" cy="8229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6" name="Picture 15" descr="icon-image-video_256x256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290" y="1988820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5190" y="1837568"/>
            <a:ext cx="1303020" cy="576825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>
              <a:lnSpc>
                <a:spcPct val="120000"/>
              </a:lnSpc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 sz="1050" b="1">
                <a:solidFill>
                  <a:srgbClr val="F1F5F9"/>
                </a:solidFill>
                <a:latin typeface="Segoe UI"/>
              </a:rPr>
              <a:t>Images &amp; Video</a:t>
            </a:r>
          </a:p>
          <a:p>
            <a:pPr defTabSz="342900">
              <a:lnSpc>
                <a:spcPct val="120000"/>
              </a:lnSpc>
              <a:defRPr sz="110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GPT Image, Midjourney, Google Veo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2674620"/>
            <a:ext cx="1851660" cy="8229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9" name="Picture 18" descr="icon-code_256x256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3470" y="294894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46370" y="2797688"/>
            <a:ext cx="1303020" cy="576825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>
              <a:lnSpc>
                <a:spcPct val="120000"/>
              </a:lnSpc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 sz="1050" b="1">
                <a:solidFill>
                  <a:srgbClr val="F1F5F9"/>
                </a:solidFill>
                <a:latin typeface="Segoe UI"/>
              </a:rPr>
              <a:t>Code Generation</a:t>
            </a:r>
          </a:p>
          <a:p>
            <a:pPr defTabSz="342900">
              <a:lnSpc>
                <a:spcPct val="120000"/>
              </a:lnSpc>
              <a:defRPr sz="110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GitHub Copilot, Cursor, Claude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9420" y="2674620"/>
            <a:ext cx="1851660" cy="8229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2" name="Picture 21" descr="icon-audio_256x25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2290" y="2948940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5190" y="2873863"/>
            <a:ext cx="1303020" cy="424475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>
              <a:lnSpc>
                <a:spcPct val="120000"/>
              </a:lnSpc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 sz="1050" b="1">
                <a:solidFill>
                  <a:srgbClr val="F1F5F9"/>
                </a:solidFill>
                <a:latin typeface="Segoe UI"/>
              </a:rPr>
              <a:t>Audio &amp; Music</a:t>
            </a:r>
          </a:p>
          <a:p>
            <a:pPr defTabSz="342900">
              <a:lnSpc>
                <a:spcPct val="120000"/>
              </a:lnSpc>
              <a:defRPr sz="1100">
                <a:solidFill>
                  <a:srgbClr val="B0BEC5"/>
                </a:solidFill>
                <a:latin typeface="Segoe UI"/>
              </a:defRPr>
            </a:pPr>
            <a:r>
              <a:rPr sz="825" err="1">
                <a:solidFill>
                  <a:srgbClr val="B0BEC5"/>
                </a:solidFill>
                <a:latin typeface="Segoe UI"/>
              </a:rPr>
              <a:t>ElevenLabs</a:t>
            </a:r>
            <a:r>
              <a:rPr sz="825">
                <a:solidFill>
                  <a:srgbClr val="B0BEC5"/>
                </a:solidFill>
                <a:latin typeface="Segoe UI"/>
              </a:rPr>
              <a:t>, Suno, </a:t>
            </a:r>
            <a:r>
              <a:rPr sz="825" err="1">
                <a:solidFill>
                  <a:srgbClr val="B0BEC5"/>
                </a:solidFill>
                <a:latin typeface="Segoe UI"/>
              </a:rPr>
              <a:t>Udio</a:t>
            </a:r>
            <a:endParaRPr sz="825">
              <a:solidFill>
                <a:srgbClr val="B0BEC5"/>
              </a:solidFill>
              <a:latin typeface="Segoe U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28685" y="4088488"/>
            <a:ext cx="5486400" cy="685800"/>
          </a:xfrm>
          <a:prstGeom prst="roundRect">
            <a:avLst/>
          </a:prstGeom>
          <a:solidFill>
            <a:srgbClr val="2D1F0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5" name="Picture 24" descr="icon-warning_256x256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0278" y="4259938"/>
            <a:ext cx="342900" cy="342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34771" y="4116590"/>
            <a:ext cx="4677444" cy="6295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>
              <a:lnSpc>
                <a:spcPct val="120000"/>
              </a:lnSpc>
              <a:defRPr sz="1400" b="1">
                <a:solidFill>
                  <a:srgbClr val="FBBF24"/>
                </a:solidFill>
                <a:latin typeface="Segoe UI"/>
              </a:defRPr>
            </a:pPr>
            <a:r>
              <a:rPr sz="1050" b="1">
                <a:solidFill>
                  <a:srgbClr val="FBBF24"/>
                </a:solidFill>
                <a:latin typeface="Segoe UI"/>
              </a:rPr>
              <a:t>⚠  Hallucination warning</a:t>
            </a:r>
          </a:p>
          <a:p>
            <a:pPr defTabSz="342900">
              <a:lnSpc>
                <a:spcPct val="120000"/>
              </a:lnSpc>
              <a:defRPr sz="130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Generative AI can confidently produce wrong answers. It sounds right, reads right, but it's made up. Always verify.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CE6B-EBCF-F14F-F70D-EC76A7A4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EB619-47EF-8F46-4A49-1573732054C0}"/>
              </a:ext>
            </a:extLst>
          </p:cNvPr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lang="en-GB" sz="900" b="1">
                <a:solidFill>
                  <a:srgbClr val="38BDF8"/>
                </a:solidFill>
                <a:latin typeface="Segoe UI"/>
              </a:rPr>
              <a:t>BENCHMARKS</a:t>
            </a:r>
            <a:endParaRPr sz="900" b="1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68793-E51A-4BEA-6F60-8A9C946F9921}"/>
              </a:ext>
            </a:extLst>
          </p:cNvPr>
          <p:cNvSpPr txBox="1"/>
          <p:nvPr/>
        </p:nvSpPr>
        <p:spPr>
          <a:xfrm>
            <a:off x="548640" y="617221"/>
            <a:ext cx="36681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2700" b="1">
                <a:solidFill>
                  <a:srgbClr val="F1F5F9"/>
                </a:solidFill>
                <a:latin typeface="Segoe UI"/>
              </a:rPr>
              <a:t>Humans VS</a:t>
            </a:r>
          </a:p>
          <a:p>
            <a:pPr defTabSz="342900"/>
            <a:r>
              <a:rPr lang="en-GB" sz="2700" b="1">
                <a:solidFill>
                  <a:srgbClr val="F1F5F9"/>
                </a:solidFill>
                <a:latin typeface="Segoe UI"/>
              </a:rPr>
              <a:t>Artificial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9663E-DBE0-A40F-295B-6F74C99D43A4}"/>
              </a:ext>
            </a:extLst>
          </p:cNvPr>
          <p:cNvSpPr txBox="1"/>
          <p:nvPr/>
        </p:nvSpPr>
        <p:spPr>
          <a:xfrm>
            <a:off x="548640" y="1736134"/>
            <a:ext cx="4352281" cy="2730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lnSpc>
                <a:spcPct val="120000"/>
              </a:lnSpc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This infographic tracks how AI performance has evolved relative to human baseline (100%) across several technical domains from 2012 to 2024.</a:t>
            </a:r>
          </a:p>
          <a:p>
            <a:pPr defTabSz="342900">
              <a:lnSpc>
                <a:spcPct val="120000"/>
              </a:lnSpc>
              <a:defRPr sz="2000" b="0">
                <a:solidFill>
                  <a:srgbClr val="B0BEC5"/>
                </a:solidFill>
                <a:latin typeface="Segoe UI"/>
              </a:defRPr>
            </a:pPr>
            <a:endParaRPr lang="en-GB" sz="1200">
              <a:solidFill>
                <a:srgbClr val="F7FFF6"/>
              </a:solidFill>
              <a:latin typeface="Segoe UI"/>
            </a:endParaRP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Image Classification </a:t>
            </a: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Visual Reasoning &amp; Medium-Level Reading Comprehension </a:t>
            </a: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English Language Understanding </a:t>
            </a: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Multitask Language Understanding </a:t>
            </a: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Competition-Level Mathematics</a:t>
            </a: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PhD-Level Science Questions</a:t>
            </a:r>
          </a:p>
          <a:p>
            <a:pPr marL="381600" lvl="1" indent="-285750" defTabSz="342900">
              <a:lnSpc>
                <a:spcPct val="120000"/>
              </a:lnSpc>
              <a:buFont typeface="Arial" panose="020B0604020202020204" pitchFamily="34" charset="0"/>
              <a:buChar char="•"/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lang="en-GB" sz="1200">
                <a:solidFill>
                  <a:srgbClr val="F7FFF6"/>
                </a:solidFill>
                <a:latin typeface="Segoe UI"/>
              </a:rPr>
              <a:t>Multimodal Understanding &amp; Reasoning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0BEB06-43D5-A567-38AF-E660D376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904" y="311209"/>
            <a:ext cx="3915339" cy="45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84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80CEC-914A-362F-3F3D-84756397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DAF55-7828-7967-92F7-039A6AA55EFC}"/>
              </a:ext>
            </a:extLst>
          </p:cNvPr>
          <p:cNvSpPr txBox="1"/>
          <p:nvPr/>
        </p:nvSpPr>
        <p:spPr>
          <a:xfrm>
            <a:off x="468429" y="2317834"/>
            <a:ext cx="7063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4000" b="1">
                <a:solidFill>
                  <a:srgbClr val="38BDF8"/>
                </a:solidFill>
                <a:latin typeface="Segoe UI"/>
              </a:rPr>
              <a:t>Vibe Coding</a:t>
            </a:r>
          </a:p>
        </p:txBody>
      </p:sp>
    </p:spTree>
    <p:extLst>
      <p:ext uri="{BB962C8B-B14F-4D97-AF65-F5344CB8AC3E}">
        <p14:creationId xmlns:p14="http://schemas.microsoft.com/office/powerpoint/2010/main" val="4162868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What is </a:t>
            </a:r>
            <a:r>
              <a:rPr sz="2700" b="1">
                <a:solidFill>
                  <a:srgbClr val="38BDF8"/>
                </a:solidFill>
                <a:latin typeface="Segoe UI"/>
              </a:rPr>
              <a:t>Vibe Coding?</a:t>
            </a:r>
          </a:p>
        </p:txBody>
      </p:sp>
      <p:pic>
        <p:nvPicPr>
          <p:cNvPr id="4" name="Picture 3" descr="icon-describe_256x25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4632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8730" y="1523592"/>
            <a:ext cx="2023110" cy="833562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You describe</a:t>
            </a:r>
          </a:p>
          <a:p>
            <a:pPr defTabSz="342900">
              <a:spcBef>
                <a:spcPts val="150"/>
              </a:spcBef>
            </a:pPr>
            <a:r>
              <a:rPr sz="1500">
                <a:solidFill>
                  <a:srgbClr val="B0BEC5"/>
                </a:solidFill>
                <a:latin typeface="Segoe UI"/>
              </a:rPr>
              <a:t>Tell AI what you want in plain English</a:t>
            </a:r>
          </a:p>
        </p:txBody>
      </p:sp>
      <p:pic>
        <p:nvPicPr>
          <p:cNvPr id="6" name="Picture 5" descr="icon-ai_256x25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72651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8730" y="2461611"/>
            <a:ext cx="2023110" cy="833562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AI builds</a:t>
            </a:r>
          </a:p>
          <a:p>
            <a:pPr defTabSz="342900">
              <a:spcBef>
                <a:spcPts val="150"/>
              </a:spcBef>
            </a:pPr>
            <a:r>
              <a:rPr sz="1500">
                <a:solidFill>
                  <a:srgbClr val="B0BEC5"/>
                </a:solidFill>
                <a:latin typeface="Segoe UI"/>
              </a:rPr>
              <a:t>GitHub Copilot writes the code for you</a:t>
            </a:r>
          </a:p>
        </p:txBody>
      </p:sp>
      <p:pic>
        <p:nvPicPr>
          <p:cNvPr id="8" name="Picture 7" descr="icon-browser_256x256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04616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68730" y="3393576"/>
            <a:ext cx="2023110" cy="833562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650" b="1">
                <a:solidFill>
                  <a:srgbClr val="F1F5F9"/>
                </a:solidFill>
                <a:latin typeface="Segoe UI"/>
              </a:rPr>
              <a:t>You see results</a:t>
            </a:r>
          </a:p>
          <a:p>
            <a:pPr defTabSz="342900">
              <a:spcBef>
                <a:spcPts val="150"/>
              </a:spcBef>
            </a:pPr>
            <a:r>
              <a:rPr sz="1500">
                <a:solidFill>
                  <a:srgbClr val="B0BEC5"/>
                </a:solidFill>
                <a:latin typeface="Segoe UI"/>
              </a:rPr>
              <a:t>Open the browser and watch it come to life</a:t>
            </a:r>
          </a:p>
        </p:txBody>
      </p:sp>
      <p:pic>
        <p:nvPicPr>
          <p:cNvPr id="10" name="Online Media 9" descr="Vibe Coding with Gemini 3 in Google AI Studio">
            <a:hlinkClick r:id="" action="ppaction://media"/>
            <a:extLst>
              <a:ext uri="{FF2B5EF4-FFF2-40B4-BE49-F238E27FC236}">
                <a16:creationId xmlns:a16="http://schemas.microsoft.com/office/drawing/2014/main" id="{7D3443D8-35E1-F3A7-E093-D9F52C24AFE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3291840" y="1267053"/>
            <a:ext cx="5771755" cy="3261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Why Vibe Coding </a:t>
            </a:r>
            <a:r>
              <a:rPr sz="2700" b="1">
                <a:solidFill>
                  <a:srgbClr val="38BDF8"/>
                </a:solidFill>
                <a:latin typeface="Segoe UI"/>
              </a:rPr>
              <a:t>Matters</a:t>
            </a:r>
          </a:p>
        </p:txBody>
      </p:sp>
      <p:pic>
        <p:nvPicPr>
          <p:cNvPr id="4" name="Picture 3" descr="icon-nosyntax_256x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7355"/>
            <a:ext cx="377190" cy="377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630753"/>
            <a:ext cx="42519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No syntax memorisation needed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Describe ideas in plain English</a:t>
            </a:r>
          </a:p>
        </p:txBody>
      </p:sp>
      <p:pic>
        <p:nvPicPr>
          <p:cNvPr id="6" name="Picture 5" descr="icon-iterate_256x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4575"/>
            <a:ext cx="377190" cy="377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2247973"/>
            <a:ext cx="42519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Iterate in seconds, not hours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See results in your browser almost immediately</a:t>
            </a:r>
          </a:p>
        </p:txBody>
      </p:sp>
      <p:pic>
        <p:nvPicPr>
          <p:cNvPr id="8" name="Picture 7" descr="icon-learn_256x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31795"/>
            <a:ext cx="377190" cy="3771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2865193"/>
            <a:ext cx="42519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Learn by doing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Read &amp; edit AI-generated code to understand how it works</a:t>
            </a:r>
          </a:p>
        </p:txBody>
      </p:sp>
      <p:pic>
        <p:nvPicPr>
          <p:cNvPr id="10" name="Picture 9" descr="icon-prototype_256x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49015"/>
            <a:ext cx="377190" cy="377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3482413"/>
            <a:ext cx="42519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Ideal for prototypes &amp; side projects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Go from idea to working thing 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2140" y="1234440"/>
            <a:ext cx="2194560" cy="14401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600" b="1">
                <a:solidFill>
                  <a:srgbClr val="F1F5F9"/>
                </a:solidFill>
                <a:latin typeface="Segoe UI"/>
              </a:defRPr>
            </a:pPr>
            <a:r>
              <a:rPr sz="1200" b="1">
                <a:solidFill>
                  <a:srgbClr val="F1F5F9"/>
                </a:solidFill>
                <a:latin typeface="Segoe UI"/>
              </a:rPr>
              <a:t>Traditional coding</a:t>
            </a: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Write every line manually</a:t>
            </a: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Debug from scratch</a:t>
            </a: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sz="975">
                <a:solidFill>
                  <a:srgbClr val="B0BEC5"/>
                </a:solidFill>
                <a:latin typeface="Segoe UI"/>
              </a:rPr>
              <a:t>Steep learning curve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2811779"/>
            <a:ext cx="2194560" cy="14401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 sz="1200" b="1">
                <a:solidFill>
                  <a:srgbClr val="38BDF8"/>
                </a:solidFill>
                <a:latin typeface="Segoe UI"/>
              </a:rPr>
              <a:t>Vibe coding</a:t>
            </a: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Describe → review → refine</a:t>
            </a: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AI helps find &amp; fix issues</a:t>
            </a:r>
          </a:p>
          <a:p>
            <a:pPr algn="ctr" defTabSz="342900">
              <a:lnSpc>
                <a:spcPct val="120000"/>
              </a:lnSpc>
              <a:defRPr sz="1300" b="0">
                <a:solidFill>
                  <a:srgbClr val="F1F5F9"/>
                </a:solidFill>
                <a:latin typeface="Segoe UI"/>
              </a:defRPr>
            </a:pPr>
            <a:r>
              <a:rPr sz="975">
                <a:solidFill>
                  <a:srgbClr val="F1F5F9"/>
                </a:solidFill>
                <a:latin typeface="Segoe UI"/>
              </a:rPr>
              <a:t>Low barrier to entry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WHAT'S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People have already built </a:t>
            </a:r>
            <a:r>
              <a:rPr sz="2700" b="1">
                <a:solidFill>
                  <a:srgbClr val="38BDF8"/>
                </a:solidFill>
                <a:latin typeface="Segoe UI"/>
              </a:rPr>
              <a:t>all of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085" y="137160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Picture 4" descr="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5" y="1426464"/>
            <a:ext cx="1817370" cy="994410"/>
          </a:xfrm>
          <a:prstGeom prst="round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085" y="243459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Pixel Art Editor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8775" y="137160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8" name="Picture 7" descr="thumbn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55" y="1426464"/>
            <a:ext cx="1817370" cy="994410"/>
          </a:xfrm>
          <a:prstGeom prst="round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8775" y="243459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Snake Game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0465" y="137160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1" name="Picture 10" descr="thumbn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045" y="1426464"/>
            <a:ext cx="1817370" cy="994410"/>
          </a:xfrm>
          <a:prstGeom prst="round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40465" y="243459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Beat Maker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2155" y="137160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4" name="Picture 13" descr="thumbn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735" y="1426464"/>
            <a:ext cx="1817370" cy="994410"/>
          </a:xfrm>
          <a:prstGeom prst="round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32155" y="243459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Personality 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085" y="288036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7" name="Picture 16" descr="thumbn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65" y="2935224"/>
            <a:ext cx="1817370" cy="994410"/>
          </a:xfrm>
          <a:prstGeom prst="round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085" y="394335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Dungeon Crawler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8775" y="288036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0" name="Picture 19" descr="thumbn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7355" y="2935224"/>
            <a:ext cx="1817370" cy="994410"/>
          </a:xfrm>
          <a:prstGeom prst="round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48775" y="394335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Weather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0465" y="288036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3" name="Picture 22" descr="thumbn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045" y="2935224"/>
            <a:ext cx="1817370" cy="994410"/>
          </a:xfrm>
          <a:prstGeom prst="round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40465" y="394335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Endless Runner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32155" y="2880360"/>
            <a:ext cx="1954530" cy="13716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/>
            <a:endParaRPr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6" name="Picture 25" descr="thumbn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0735" y="2935224"/>
            <a:ext cx="1817370" cy="994410"/>
          </a:xfrm>
          <a:prstGeom prst="round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32155" y="3943350"/>
            <a:ext cx="195453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Memory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61240"/>
            <a:ext cx="8023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sz="1500">
                <a:solidFill>
                  <a:srgbClr val="B0BEC5"/>
                </a:solidFill>
                <a:latin typeface="Segoe UI"/>
              </a:rPr>
              <a:t>All built by describing ideas in plain English — no coding experience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  <p:bldP spid="10" grpId="0" animBg="1"/>
      <p:bldP spid="12" grpId="0"/>
      <p:bldP spid="13" grpId="0" animBg="1"/>
      <p:bldP spid="15" grpId="0"/>
      <p:bldP spid="16" grpId="0" animBg="1"/>
      <p:bldP spid="18" grpId="0"/>
      <p:bldP spid="19" grpId="0" animBg="1"/>
      <p:bldP spid="21" grpId="0"/>
      <p:bldP spid="22" grpId="0" animBg="1"/>
      <p:bldP spid="24" grpId="0"/>
      <p:bldP spid="25" grpId="0" animBg="1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473C-1513-B1F3-A0AD-25A5A058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D6C86B-CA64-0E8A-1414-93FB80B54A6B}"/>
              </a:ext>
            </a:extLst>
          </p:cNvPr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ASK US ANYTHING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5C6AC-07F3-99AD-D625-7C6EFFF39E46}"/>
              </a:ext>
            </a:extLst>
          </p:cNvPr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Interactive Q&amp;A &amp; </a:t>
            </a:r>
            <a:r>
              <a:rPr sz="2700" b="1">
                <a:solidFill>
                  <a:srgbClr val="38BDF8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2B92B-79A8-628A-FD95-20C9C3BD996C}"/>
              </a:ext>
            </a:extLst>
          </p:cNvPr>
          <p:cNvSpPr txBox="1"/>
          <p:nvPr/>
        </p:nvSpPr>
        <p:spPr>
          <a:xfrm>
            <a:off x="685800" y="2194560"/>
            <a:ext cx="7749540" cy="93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20000"/>
              </a:lnSpc>
              <a:defRPr sz="2400" b="0">
                <a:solidFill>
                  <a:srgbClr val="B0BEC5"/>
                </a:solidFill>
                <a:latin typeface="Segoe UI"/>
              </a:defRPr>
            </a:pPr>
            <a:r>
              <a:rPr>
                <a:solidFill>
                  <a:srgbClr val="B0BEC5"/>
                </a:solidFill>
                <a:latin typeface="Segoe UI"/>
              </a:rPr>
              <a:t>Got questions? Curious about something?</a:t>
            </a:r>
            <a:br>
              <a:rPr>
                <a:solidFill>
                  <a:srgbClr val="B0BEC5"/>
                </a:solidFill>
                <a:latin typeface="Segoe UI"/>
              </a:rPr>
            </a:br>
            <a:r>
              <a:rPr>
                <a:solidFill>
                  <a:srgbClr val="B0BEC5"/>
                </a:solidFill>
                <a:latin typeface="Segoe UI"/>
              </a:rPr>
              <a:t>Now's the time — ask us anything!</a:t>
            </a:r>
          </a:p>
        </p:txBody>
      </p:sp>
    </p:spTree>
    <p:extLst>
      <p:ext uri="{BB962C8B-B14F-4D97-AF65-F5344CB8AC3E}">
        <p14:creationId xmlns:p14="http://schemas.microsoft.com/office/powerpoint/2010/main" val="3129297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5E9E-BAFF-A473-964F-4F5F6540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2B9FCE-027A-9A63-3EBC-222AE9CAF23A}"/>
              </a:ext>
            </a:extLst>
          </p:cNvPr>
          <p:cNvSpPr txBox="1"/>
          <p:nvPr/>
        </p:nvSpPr>
        <p:spPr>
          <a:xfrm>
            <a:off x="468429" y="2317834"/>
            <a:ext cx="7063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4000" b="1">
                <a:solidFill>
                  <a:srgbClr val="38BDF8"/>
                </a:solidFill>
                <a:latin typeface="Segoe UI"/>
              </a:rPr>
              <a:t>Hands‑on Vibe Coding</a:t>
            </a:r>
          </a:p>
        </p:txBody>
      </p:sp>
    </p:spTree>
    <p:extLst>
      <p:ext uri="{BB962C8B-B14F-4D97-AF65-F5344CB8AC3E}">
        <p14:creationId xmlns:p14="http://schemas.microsoft.com/office/powerpoint/2010/main" val="3615805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LET'S GO!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Quick tips before you </a:t>
            </a:r>
            <a:r>
              <a:rPr sz="2700" b="1">
                <a:solidFill>
                  <a:srgbClr val="38BDF8"/>
                </a:solidFill>
                <a:latin typeface="Segoe UI"/>
              </a:rP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9955" y="1920240"/>
            <a:ext cx="2537460" cy="20574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82930" rIns="137160" rtlCol="0" anchor="ctr"/>
          <a:lstStyle/>
          <a:p>
            <a:pPr algn="ctr" defTabSz="342900">
              <a:lnSpc>
                <a:spcPct val="120000"/>
              </a:lnSpc>
              <a:defRPr sz="2200" b="1">
                <a:solidFill>
                  <a:srgbClr val="F1F5F9"/>
                </a:solidFill>
                <a:latin typeface="Segoe UI"/>
              </a:defRPr>
            </a:pPr>
            <a:r>
              <a:rPr sz="1650" b="1">
                <a:solidFill>
                  <a:srgbClr val="F1F5F9"/>
                </a:solidFill>
                <a:latin typeface="Segoe UI"/>
              </a:rPr>
              <a:t>🎯 Be specific</a:t>
            </a:r>
          </a:p>
          <a:p>
            <a:pPr algn="ctr" defTabSz="342900">
              <a:lnSpc>
                <a:spcPct val="120000"/>
              </a:lnSpc>
              <a:defRPr sz="800" b="0">
                <a:solidFill>
                  <a:srgbClr val="B0BEC5"/>
                </a:solidFill>
                <a:latin typeface="Segoe UI"/>
              </a:defRPr>
            </a:pPr>
            <a:endParaRPr sz="600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500" b="0">
                <a:solidFill>
                  <a:srgbClr val="B0BEC5"/>
                </a:solidFill>
                <a:latin typeface="Segoe UI"/>
              </a:defRPr>
            </a:pPr>
            <a:r>
              <a:rPr sz="1125">
                <a:solidFill>
                  <a:srgbClr val="B0BEC5"/>
                </a:solidFill>
                <a:latin typeface="Segoe UI"/>
              </a:rPr>
              <a:t>"Add a red button that plays a drum sound" works way better than "make it cool"</a:t>
            </a:r>
          </a:p>
        </p:txBody>
      </p:sp>
      <p:pic>
        <p:nvPicPr>
          <p:cNvPr id="5" name="Picture 4" descr="icon-target_256x25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945" y="2160270"/>
            <a:ext cx="411480" cy="411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303155" y="1920240"/>
            <a:ext cx="2537460" cy="20574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82930" rIns="137160" rtlCol="0" anchor="ctr"/>
          <a:lstStyle/>
          <a:p>
            <a:pPr algn="ctr" defTabSz="342900">
              <a:lnSpc>
                <a:spcPct val="120000"/>
              </a:lnSpc>
              <a:defRPr sz="2200" b="1">
                <a:solidFill>
                  <a:srgbClr val="F1F5F9"/>
                </a:solidFill>
                <a:latin typeface="Segoe UI"/>
              </a:defRPr>
            </a:pPr>
            <a:r>
              <a:rPr sz="1650" b="1">
                <a:solidFill>
                  <a:srgbClr val="F1F5F9"/>
                </a:solidFill>
                <a:latin typeface="Segoe UI"/>
              </a:rPr>
              <a:t>🧱 Build step by step</a:t>
            </a:r>
          </a:p>
          <a:p>
            <a:pPr algn="ctr" defTabSz="342900">
              <a:lnSpc>
                <a:spcPct val="120000"/>
              </a:lnSpc>
              <a:defRPr sz="800" b="0">
                <a:solidFill>
                  <a:srgbClr val="B0BEC5"/>
                </a:solidFill>
                <a:latin typeface="Segoe UI"/>
              </a:defRPr>
            </a:pPr>
            <a:endParaRPr sz="600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500" b="0">
                <a:solidFill>
                  <a:srgbClr val="B0BEC5"/>
                </a:solidFill>
                <a:latin typeface="Segoe UI"/>
              </a:defRPr>
            </a:pPr>
            <a:r>
              <a:rPr sz="1125">
                <a:solidFill>
                  <a:srgbClr val="B0BEC5"/>
                </a:solidFill>
                <a:latin typeface="Segoe UI"/>
              </a:rPr>
              <a:t>Start simple, then keep adding. Don't try to describe everything at once.</a:t>
            </a:r>
          </a:p>
        </p:txBody>
      </p:sp>
      <p:pic>
        <p:nvPicPr>
          <p:cNvPr id="7" name="Picture 6" descr="icon-blocks_256x25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145" y="2160270"/>
            <a:ext cx="411480" cy="411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46355" y="1920240"/>
            <a:ext cx="2537460" cy="20574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82930" rIns="137160" rtlCol="0" anchor="ctr"/>
          <a:lstStyle/>
          <a:p>
            <a:pPr algn="ctr" defTabSz="342900">
              <a:lnSpc>
                <a:spcPct val="120000"/>
              </a:lnSpc>
              <a:defRPr sz="2200" b="1">
                <a:solidFill>
                  <a:srgbClr val="F1F5F9"/>
                </a:solidFill>
                <a:latin typeface="Segoe UI"/>
              </a:defRPr>
            </a:pPr>
            <a:r>
              <a:rPr sz="1650" b="1">
                <a:solidFill>
                  <a:srgbClr val="F1F5F9"/>
                </a:solidFill>
                <a:latin typeface="Segoe UI"/>
              </a:rPr>
              <a:t>🧪 Experiment!</a:t>
            </a:r>
          </a:p>
          <a:p>
            <a:pPr algn="ctr" defTabSz="342900">
              <a:lnSpc>
                <a:spcPct val="120000"/>
              </a:lnSpc>
              <a:defRPr sz="800" b="0">
                <a:solidFill>
                  <a:srgbClr val="B0BEC5"/>
                </a:solidFill>
                <a:latin typeface="Segoe UI"/>
              </a:defRPr>
            </a:pPr>
            <a:endParaRPr sz="600">
              <a:solidFill>
                <a:srgbClr val="B0BEC5"/>
              </a:solidFill>
              <a:latin typeface="Segoe UI"/>
            </a:endParaRPr>
          </a:p>
          <a:p>
            <a:pPr algn="ctr" defTabSz="342900">
              <a:lnSpc>
                <a:spcPct val="120000"/>
              </a:lnSpc>
              <a:defRPr sz="1500" b="0">
                <a:solidFill>
                  <a:srgbClr val="B0BEC5"/>
                </a:solidFill>
                <a:latin typeface="Segoe UI"/>
              </a:defRPr>
            </a:pPr>
            <a:r>
              <a:rPr sz="1125">
                <a:solidFill>
                  <a:srgbClr val="B0BEC5"/>
                </a:solidFill>
                <a:latin typeface="Segoe UI"/>
              </a:rPr>
              <a:t>Nothing can break permanently. Just try things and see what happens.</a:t>
            </a:r>
          </a:p>
        </p:txBody>
      </p:sp>
      <p:pic>
        <p:nvPicPr>
          <p:cNvPr id="9" name="Picture 8" descr="icon-flask_256x25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345" y="216027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Hands‑On: Build Something </a:t>
            </a:r>
            <a:r>
              <a:rPr sz="2700" b="1">
                <a:solidFill>
                  <a:srgbClr val="38BDF8"/>
                </a:solidFill>
                <a:latin typeface="Segoe UI"/>
              </a:rPr>
              <a:t>Today!</a:t>
            </a:r>
          </a:p>
        </p:txBody>
      </p:sp>
      <p:pic>
        <p:nvPicPr>
          <p:cNvPr id="4" name="Picture 3" descr="icon-idea_256x25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4854"/>
            <a:ext cx="3429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2990" y="1751107"/>
            <a:ext cx="35661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1. Pick your idea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Choose a starter or dream up your own</a:t>
            </a:r>
          </a:p>
        </p:txBody>
      </p:sp>
      <p:pic>
        <p:nvPicPr>
          <p:cNvPr id="6" name="Picture 5" descr="icon-describe_256x25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20654"/>
            <a:ext cx="3429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990" y="2436907"/>
            <a:ext cx="35661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2. Build with AI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Describe what you want in plain English</a:t>
            </a:r>
          </a:p>
        </p:txBody>
      </p:sp>
      <p:pic>
        <p:nvPicPr>
          <p:cNvPr id="8" name="Picture 7" descr="icon-browser_256x25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6454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2990" y="3122707"/>
            <a:ext cx="35661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3. Test &amp; fix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See results, tweak, iterate</a:t>
            </a:r>
          </a:p>
        </p:txBody>
      </p:sp>
      <p:pic>
        <p:nvPicPr>
          <p:cNvPr id="10" name="Picture 9" descr="icon-showcase_256x256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92254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2990" y="3808507"/>
            <a:ext cx="3566160" cy="510396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350" b="1">
                <a:solidFill>
                  <a:srgbClr val="F1F5F9"/>
                </a:solidFill>
                <a:latin typeface="Segoe UI"/>
              </a:rPr>
              <a:t>4. Demo to the group</a:t>
            </a:r>
          </a:p>
          <a:p>
            <a:pPr defTabSz="342900">
              <a:spcBef>
                <a:spcPts val="150"/>
              </a:spcBef>
            </a:pPr>
            <a:r>
              <a:rPr sz="1200">
                <a:solidFill>
                  <a:srgbClr val="B0BEC5"/>
                </a:solidFill>
                <a:latin typeface="Segoe UI"/>
              </a:rPr>
              <a:t>Show off what you built!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371601"/>
            <a:ext cx="3771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 sz="1200" b="1">
                <a:solidFill>
                  <a:srgbClr val="38BDF8"/>
                </a:solidFill>
                <a:latin typeface="Segoe UI"/>
              </a:rPr>
              <a:t>Project ideas (or choose your own!)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783080"/>
            <a:ext cx="1851660" cy="8915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🧠 Quiz generator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Build a web quiz on any topic you love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5130" y="1783080"/>
            <a:ext cx="1851660" cy="8915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🍳 Recipe recommender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Type ingredients, get a recipe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777490"/>
            <a:ext cx="1851660" cy="8915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📚 Study planner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AI that schedules A-Level revision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5130" y="2777490"/>
            <a:ext cx="1851660" cy="8915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🗣️ Chatbot persona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A bot that talks like a historical figure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771900"/>
            <a:ext cx="1851660" cy="8915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🎮 Mini game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>
                <a:solidFill>
                  <a:srgbClr val="B0BEC5"/>
                </a:solidFill>
                <a:latin typeface="Segoe UI"/>
              </a:rPr>
              <a:t>Text-based adventure or number guessing game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5130" y="3771900"/>
            <a:ext cx="1851660" cy="8915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2870" rIns="137160" rtlCol="0" anchor="ctr"/>
          <a:lstStyle/>
          <a:p>
            <a:pPr algn="ctr" defTabSz="342900">
              <a:lnSpc>
                <a:spcPct val="120000"/>
              </a:lnSpc>
              <a:defRPr sz="1300" b="1">
                <a:solidFill>
                  <a:srgbClr val="F1F5F9"/>
                </a:solidFill>
                <a:latin typeface="Segoe UI"/>
              </a:defRPr>
            </a:pPr>
            <a:r>
              <a:rPr sz="975" b="1">
                <a:solidFill>
                  <a:srgbClr val="F1F5F9"/>
                </a:solidFill>
                <a:latin typeface="Segoe UI"/>
              </a:rPr>
              <a:t>🌍 Climate dashboard</a:t>
            </a:r>
          </a:p>
          <a:p>
            <a:pPr algn="ctr" defTabSz="342900">
              <a:lnSpc>
                <a:spcPct val="120000"/>
              </a:lnSpc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sz="825" err="1">
                <a:solidFill>
                  <a:srgbClr val="B0BEC5"/>
                </a:solidFill>
                <a:latin typeface="Segoe UI"/>
              </a:rPr>
              <a:t>Visualise</a:t>
            </a:r>
            <a:r>
              <a:rPr sz="825">
                <a:solidFill>
                  <a:srgbClr val="B0BEC5"/>
                </a:solidFill>
                <a:latin typeface="Segoe UI"/>
              </a:rPr>
              <a:t> climate data with charts and facts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Showcase &amp; </a:t>
            </a:r>
            <a:r>
              <a:rPr sz="2700" b="1">
                <a:solidFill>
                  <a:srgbClr val="38BDF8"/>
                </a:solidFill>
                <a:latin typeface="Segoe UI"/>
              </a:rPr>
              <a:t>Wrap‑Up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23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sz="1500">
                <a:solidFill>
                  <a:srgbClr val="B0BEC5"/>
                </a:solidFill>
                <a:latin typeface="Segoe UI"/>
              </a:rPr>
              <a:t>Each group: 60–120 seconds to demo what you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1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 sz="1200" b="1">
                <a:solidFill>
                  <a:srgbClr val="38BDF8"/>
                </a:solidFill>
                <a:latin typeface="Segoe UI"/>
              </a:rPr>
              <a:t>Key takeaways</a:t>
            </a:r>
          </a:p>
        </p:txBody>
      </p:sp>
      <p:pic>
        <p:nvPicPr>
          <p:cNvPr id="6" name="Picture 5" descr="icon-analyst_256x25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8730" y="2259179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AI is a tool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The human with the best questions wins</a:t>
            </a:r>
          </a:p>
        </p:txBody>
      </p:sp>
      <p:pic>
        <p:nvPicPr>
          <p:cNvPr id="8" name="Picture 7" descr="icon-creator_256x25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68730" y="2944979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Analyst → Creator → Doer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The Analyst recognises → the Creator generates → the Doer acts — each built on the last</a:t>
            </a:r>
          </a:p>
        </p:txBody>
      </p:sp>
      <p:pic>
        <p:nvPicPr>
          <p:cNvPr id="10" name="Picture 9" descr="icon-rocket_256x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8730" y="3630779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Vibe coding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Lets you ship ideas without years of 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E5C9-B01B-3F6E-26B1-B2625D1E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56620-B413-6756-191E-E590527D4BEF}"/>
              </a:ext>
            </a:extLst>
          </p:cNvPr>
          <p:cNvSpPr txBox="1"/>
          <p:nvPr/>
        </p:nvSpPr>
        <p:spPr>
          <a:xfrm>
            <a:off x="468429" y="2317834"/>
            <a:ext cx="7063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4000" b="1">
                <a:solidFill>
                  <a:srgbClr val="38BDF8"/>
                </a:solidFill>
                <a:latin typeface="Segoe UI"/>
              </a:rPr>
              <a:t>WARNING &amp; RISKS</a:t>
            </a:r>
          </a:p>
        </p:txBody>
      </p:sp>
    </p:spTree>
    <p:extLst>
      <p:ext uri="{BB962C8B-B14F-4D97-AF65-F5344CB8AC3E}">
        <p14:creationId xmlns:p14="http://schemas.microsoft.com/office/powerpoint/2010/main" val="2265547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sz="900" b="1">
                <a:solidFill>
                  <a:srgbClr val="38BDF8"/>
                </a:solidFill>
                <a:latin typeface="Segoe UI"/>
              </a:rPr>
              <a:t>STAY SHARP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sz="2700" b="1">
                <a:solidFill>
                  <a:srgbClr val="F1F5F9"/>
                </a:solidFill>
                <a:latin typeface="Segoe UI"/>
              </a:rPr>
              <a:t>Use AI </a:t>
            </a:r>
            <a:r>
              <a:rPr sz="2700" b="1">
                <a:solidFill>
                  <a:srgbClr val="38BDF8"/>
                </a:solidFill>
                <a:latin typeface="Segoe UI"/>
              </a:rPr>
              <a:t>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23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2000" b="0">
                <a:solidFill>
                  <a:srgbClr val="B0BEC5"/>
                </a:solidFill>
                <a:latin typeface="Segoe UI"/>
              </a:defRPr>
            </a:pPr>
            <a:r>
              <a:rPr sz="1500">
                <a:solidFill>
                  <a:srgbClr val="B0BEC5"/>
                </a:solidFill>
                <a:latin typeface="Segoe UI"/>
              </a:rPr>
              <a:t>AI is powerful — but it's not perfect. Here are things to watch out for:</a:t>
            </a:r>
          </a:p>
        </p:txBody>
      </p:sp>
      <p:pic>
        <p:nvPicPr>
          <p:cNvPr id="5" name="Picture 4" descr="icon-deepfake_256x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863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8730" y="1736091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Deepfakes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AI can create convincing fake images, audio, and video of real people</a:t>
            </a:r>
          </a:p>
        </p:txBody>
      </p:sp>
      <p:pic>
        <p:nvPicPr>
          <p:cNvPr id="7" name="Picture 6" descr="icon-bias_256x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9443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8730" y="2421891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Bias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AI learns from human data — so it can repeat unfair patterns and stereotypes</a:t>
            </a:r>
          </a:p>
        </p:txBody>
      </p:sp>
      <p:pic>
        <p:nvPicPr>
          <p:cNvPr id="9" name="Picture 8" descr="icon-misinfo_256x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80232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8730" y="3107691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Misinformation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AI-generated text can sound authoritative even when it's completely wrong</a:t>
            </a:r>
          </a:p>
        </p:txBody>
      </p:sp>
      <p:pic>
        <p:nvPicPr>
          <p:cNvPr id="11" name="Picture 10" descr="icon-copyright_256x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66032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8730" y="3793491"/>
            <a:ext cx="6858000" cy="55656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defTabSz="342900"/>
            <a:r>
              <a:rPr sz="1500" b="1">
                <a:solidFill>
                  <a:srgbClr val="F1F5F9"/>
                </a:solidFill>
                <a:latin typeface="Segoe UI"/>
              </a:rPr>
              <a:t>Copyright</a:t>
            </a:r>
          </a:p>
          <a:p>
            <a:pPr defTabSz="342900">
              <a:spcBef>
                <a:spcPts val="150"/>
              </a:spcBef>
            </a:pPr>
            <a:r>
              <a:rPr sz="1350">
                <a:solidFill>
                  <a:srgbClr val="B0BEC5"/>
                </a:solidFill>
                <a:latin typeface="Segoe UI"/>
              </a:rPr>
              <a:t>AI may generate content that's too similar to someone else's work</a:t>
            </a:r>
          </a:p>
        </p:txBody>
      </p:sp>
    </p:spTree>
    <p:extLst>
      <p:ext uri="{BB962C8B-B14F-4D97-AF65-F5344CB8AC3E}">
        <p14:creationId xmlns:p14="http://schemas.microsoft.com/office/powerpoint/2010/main" val="387810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940D9-8344-5659-9393-350F4043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91839-DFDB-DC79-CCF8-DC8241BD575F}"/>
              </a:ext>
            </a:extLst>
          </p:cNvPr>
          <p:cNvSpPr txBox="1"/>
          <p:nvPr/>
        </p:nvSpPr>
        <p:spPr>
          <a:xfrm>
            <a:off x="548640" y="342900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lang="en-GB" sz="900" b="1">
                <a:solidFill>
                  <a:srgbClr val="38BDF8"/>
                </a:solidFill>
                <a:latin typeface="Segoe UI"/>
              </a:rPr>
              <a:t>WARNING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BCDE4-910D-DB59-5294-537E238BEA3B}"/>
              </a:ext>
            </a:extLst>
          </p:cNvPr>
          <p:cNvSpPr txBox="1"/>
          <p:nvPr/>
        </p:nvSpPr>
        <p:spPr>
          <a:xfrm>
            <a:off x="548640" y="617221"/>
            <a:ext cx="8023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GB" sz="2700" b="1">
                <a:solidFill>
                  <a:srgbClr val="F1F5F9"/>
                </a:solidFill>
                <a:latin typeface="Segoe UI"/>
              </a:rPr>
              <a:t>Pitfalls of </a:t>
            </a:r>
            <a:r>
              <a:rPr lang="en-GB" sz="2700" b="1">
                <a:solidFill>
                  <a:srgbClr val="38BDF8"/>
                </a:solidFill>
                <a:latin typeface="Segoe UI"/>
              </a:rPr>
              <a:t>Vibe Coding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2E24F0-B97C-91E4-D981-1143F2014FCF}"/>
              </a:ext>
            </a:extLst>
          </p:cNvPr>
          <p:cNvGrpSpPr/>
          <p:nvPr/>
        </p:nvGrpSpPr>
        <p:grpSpPr>
          <a:xfrm>
            <a:off x="548640" y="1671598"/>
            <a:ext cx="4628842" cy="669414"/>
            <a:chOff x="548640" y="1671598"/>
            <a:chExt cx="4628842" cy="669414"/>
          </a:xfrm>
        </p:grpSpPr>
        <p:pic>
          <p:nvPicPr>
            <p:cNvPr id="4" name="Picture 3" descr="Lock outline">
              <a:extLst>
                <a:ext uri="{FF2B5EF4-FFF2-40B4-BE49-F238E27FC236}">
                  <a16:creationId xmlns:a16="http://schemas.microsoft.com/office/drawing/2014/main" id="{63ABC179-FE82-5370-3B62-8786836EB9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548640" y="1834854"/>
              <a:ext cx="342900" cy="342900"/>
            </a:xfrm>
            <a:prstGeom prst="rect">
              <a:avLst/>
            </a:prstGeom>
            <a:effectLst>
              <a:glow rad="12700">
                <a:schemeClr val="accent2">
                  <a:alpha val="40000"/>
                </a:schemeClr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53C238-4A60-5F97-B170-6A8528FB5BE8}"/>
                </a:ext>
              </a:extLst>
            </p:cNvPr>
            <p:cNvSpPr txBox="1"/>
            <p:nvPr/>
          </p:nvSpPr>
          <p:spPr>
            <a:xfrm>
              <a:off x="1062990" y="1671598"/>
              <a:ext cx="4114492" cy="669414"/>
            </a:xfrm>
            <a:prstGeom prst="rect">
              <a:avLst/>
            </a:prstGeom>
            <a:noFill/>
          </p:spPr>
          <p:txBody>
            <a:bodyPr wrap="square" lIns="0" anchor="ctr">
              <a:spAutoFit/>
            </a:bodyPr>
            <a:lstStyle/>
            <a:p>
              <a:pPr lvl="0" defTabSz="342900">
                <a:lnSpc>
                  <a:spcPct val="100000"/>
                </a:lnSpc>
                <a:defRPr b="1"/>
              </a:pPr>
              <a:r>
                <a:rPr lang="en-GB" sz="1350" b="1">
                  <a:solidFill>
                    <a:srgbClr val="F1F5F9"/>
                  </a:solidFill>
                  <a:latin typeface="Segoe UI"/>
                </a:rPr>
                <a:t>Security Risks</a:t>
              </a:r>
            </a:p>
            <a:p>
              <a:pPr lvl="0">
                <a:lnSpc>
                  <a:spcPct val="100000"/>
                </a:lnSpc>
              </a:pPr>
              <a:r>
                <a:rPr lang="en-GB" sz="1200">
                  <a:solidFill>
                    <a:srgbClr val="B0BEC5"/>
                  </a:solidFill>
                  <a:latin typeface="Segoe UI"/>
                </a:rPr>
                <a:t>Vibe-coding can lead to hidden vulnerabilities, exposing systems to potential threats and compromising security.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C29D04-D903-15BC-A01E-7227194C4215}"/>
              </a:ext>
            </a:extLst>
          </p:cNvPr>
          <p:cNvGrpSpPr/>
          <p:nvPr/>
        </p:nvGrpSpPr>
        <p:grpSpPr>
          <a:xfrm>
            <a:off x="548640" y="2553605"/>
            <a:ext cx="4628842" cy="695062"/>
            <a:chOff x="548640" y="2344573"/>
            <a:chExt cx="4628842" cy="695062"/>
          </a:xfrm>
        </p:grpSpPr>
        <p:pic>
          <p:nvPicPr>
            <p:cNvPr id="6" name="Picture 5" descr="Tools outline">
              <a:extLst>
                <a:ext uri="{FF2B5EF4-FFF2-40B4-BE49-F238E27FC236}">
                  <a16:creationId xmlns:a16="http://schemas.microsoft.com/office/drawing/2014/main" id="{92F7AFD2-609C-F5F2-A07C-EC04397EF2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48640" y="2520654"/>
              <a:ext cx="342900" cy="342900"/>
            </a:xfrm>
            <a:prstGeom prst="rect">
              <a:avLst/>
            </a:prstGeom>
            <a:effectLst>
              <a:glow rad="127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19D60C-0FB3-FACE-04CE-98A0EE5CD5DE}"/>
                </a:ext>
              </a:extLst>
            </p:cNvPr>
            <p:cNvSpPr txBox="1"/>
            <p:nvPr/>
          </p:nvSpPr>
          <p:spPr>
            <a:xfrm>
              <a:off x="1062990" y="2344573"/>
              <a:ext cx="4114492" cy="695062"/>
            </a:xfrm>
            <a:prstGeom prst="rect">
              <a:avLst/>
            </a:prstGeom>
            <a:noFill/>
          </p:spPr>
          <p:txBody>
            <a:bodyPr wrap="square" lIns="0" anchor="ctr">
              <a:spAutoFit/>
            </a:bodyPr>
            <a:lstStyle/>
            <a:p>
              <a:pPr defTabSz="342900"/>
              <a:r>
                <a:rPr lang="en-GB" sz="1350" b="1">
                  <a:solidFill>
                    <a:srgbClr val="F1F5F9"/>
                  </a:solidFill>
                  <a:latin typeface="Segoe UI"/>
                </a:rPr>
                <a:t>Maintainability Challenges</a:t>
              </a:r>
            </a:p>
            <a:p>
              <a:pPr defTabSz="342900">
                <a:spcBef>
                  <a:spcPts val="150"/>
                </a:spcBef>
              </a:pPr>
              <a:r>
                <a:rPr lang="en-GB" sz="1200">
                  <a:solidFill>
                    <a:srgbClr val="B0BEC5"/>
                  </a:solidFill>
                  <a:latin typeface="Segoe UI"/>
                </a:rPr>
                <a:t>Incremental prompting typically results in poorly structured code, making debugging, extending, or refactoring difficult.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081A02-C6CC-9549-A029-586201A36D6E}"/>
              </a:ext>
            </a:extLst>
          </p:cNvPr>
          <p:cNvGrpSpPr/>
          <p:nvPr/>
        </p:nvGrpSpPr>
        <p:grpSpPr>
          <a:xfrm>
            <a:off x="548640" y="3461259"/>
            <a:ext cx="4628842" cy="695062"/>
            <a:chOff x="548640" y="3461259"/>
            <a:chExt cx="4628842" cy="695062"/>
          </a:xfrm>
        </p:grpSpPr>
        <p:pic>
          <p:nvPicPr>
            <p:cNvPr id="8" name="Picture 7" descr="Court outline">
              <a:extLst>
                <a:ext uri="{FF2B5EF4-FFF2-40B4-BE49-F238E27FC236}">
                  <a16:creationId xmlns:a16="http://schemas.microsoft.com/office/drawing/2014/main" id="{5588CB6B-316D-995F-2A43-2389858B5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48640" y="3637339"/>
              <a:ext cx="342900" cy="342900"/>
            </a:xfrm>
            <a:prstGeom prst="rect">
              <a:avLst/>
            </a:prstGeom>
            <a:effectLst>
              <a:glow rad="127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50DD00-9185-B88B-809E-851046AC8EDA}"/>
                </a:ext>
              </a:extLst>
            </p:cNvPr>
            <p:cNvSpPr txBox="1"/>
            <p:nvPr/>
          </p:nvSpPr>
          <p:spPr>
            <a:xfrm>
              <a:off x="1062990" y="3461259"/>
              <a:ext cx="4114492" cy="695062"/>
            </a:xfrm>
            <a:prstGeom prst="rect">
              <a:avLst/>
            </a:prstGeom>
            <a:noFill/>
          </p:spPr>
          <p:txBody>
            <a:bodyPr wrap="square" lIns="0" anchor="ctr">
              <a:spAutoFit/>
            </a:bodyPr>
            <a:lstStyle/>
            <a:p>
              <a:pPr defTabSz="342900"/>
              <a:r>
                <a:rPr lang="en-GB" sz="1350" b="1">
                  <a:solidFill>
                    <a:srgbClr val="F1F5F9"/>
                  </a:solidFill>
                  <a:latin typeface="Segoe UI"/>
                </a:rPr>
                <a:t>Compliance Issues</a:t>
              </a:r>
            </a:p>
            <a:p>
              <a:pPr defTabSz="342900">
                <a:spcBef>
                  <a:spcPts val="150"/>
                </a:spcBef>
              </a:pPr>
              <a:r>
                <a:rPr lang="en-GB" sz="1200">
                  <a:solidFill>
                    <a:srgbClr val="B0BEC5"/>
                  </a:solidFill>
                  <a:latin typeface="Segoe UI"/>
                </a:rPr>
                <a:t>Coding without proper understanding may bypass regulations, leading to compliance problems and legal risks.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AE4A1D9-2E5D-8C13-C2B8-2A3E5F7A9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662" y="1207271"/>
            <a:ext cx="3128411" cy="3730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  <a:softEdge rad="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8623879-F08F-9BAD-2AD2-C81F798E3BDC}"/>
              </a:ext>
            </a:extLst>
          </p:cNvPr>
          <p:cNvSpPr/>
          <p:nvPr/>
        </p:nvSpPr>
        <p:spPr>
          <a:xfrm>
            <a:off x="7287754" y="3107510"/>
            <a:ext cx="59195" cy="9288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96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14216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F43132E-D4DF-4A83-9344-A782D0F5D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73906" y="909701"/>
            <a:ext cx="4515133" cy="3324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38BDF8"/>
                </a:solidFill>
                <a:latin typeface="Segoe UI"/>
              </a:defRPr>
            </a:pPr>
            <a:r>
              <a:rPr lang="en-US" sz="5000" b="1" cap="all">
                <a:ln w="3175" cmpd="sng">
                  <a:noFill/>
                </a:ln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2945" y="1565910"/>
            <a:ext cx="2357148" cy="201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  <a:defRPr sz="2400" b="0">
                <a:solidFill>
                  <a:srgbClr val="F1F5F9"/>
                </a:solidFill>
                <a:latin typeface="Segoe UI"/>
              </a:defRPr>
            </a:pPr>
            <a:r>
              <a:rPr lang="en-US" sz="2400" cap="all"/>
              <a:t>Now go build something amazing! </a:t>
            </a:r>
            <a:r>
              <a:rPr lang="en-US" sz="2400" b="1" cap="all"/>
              <a:t>🚀</a:t>
            </a:r>
            <a:endParaRPr lang="en-US" sz="2400" cap="al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A24BC1-1577-4586-AD7A-417660E37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0992" y="125158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49536e-9021-4e8b-a813-eda5cb0caf1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Application>Microsoft Office PowerPoint</Application>
  <PresentationFormat>On-screen Show (16:9)</PresentationFormat>
  <Slides>25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Session – A Level Students</dc:title>
  <dc:subject>PptxGenJS Presentation</dc:subject>
  <dc:creator>PptxGenJS</dc:creator>
  <cp:revision>1</cp:revision>
  <dcterms:created xsi:type="dcterms:W3CDTF">2026-03-13T13:19:24Z</dcterms:created>
  <dcterms:modified xsi:type="dcterms:W3CDTF">2026-04-02T14:19:02Z</dcterms:modified>
</cp:coreProperties>
</file>